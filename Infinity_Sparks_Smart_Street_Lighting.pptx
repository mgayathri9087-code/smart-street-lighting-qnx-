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74" r:id="rId5"/>
  </p:sldMasterIdLst>
  <p:notesMasterIdLst>
    <p:notesMasterId r:id="rId13"/>
  </p:notesMasterIdLst>
  <p:handoutMasterIdLst>
    <p:handoutMasterId r:id="rId14"/>
  </p:handoutMasterIdLst>
  <p:sldIdLst>
    <p:sldId id="2147482664" r:id="rId6"/>
    <p:sldId id="2147482655" r:id="rId7"/>
    <p:sldId id="2147482657" r:id="rId8"/>
    <p:sldId id="2147482658" r:id="rId9"/>
    <p:sldId id="2147482659" r:id="rId10"/>
    <p:sldId id="2147482662" r:id="rId11"/>
    <p:sldId id="2147482663" r:id="rId12"/>
  </p:sldIdLst>
  <p:sldSz cx="12192000" cy="6858000"/>
  <p:notesSz cx="6858000" cy="9144000"/>
  <p:defaultTextStyle>
    <a:defPPr>
      <a:defRPr lang="de-DE"/>
    </a:defPPr>
    <a:lvl1pPr marL="0" indent="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Font typeface="Arial" panose="020B0604020202020204" pitchFamily="34" charset="0"/>
      <a:buNone/>
      <a:defRPr sz="1400" b="0" kern="1200">
        <a:solidFill>
          <a:schemeClr val="tx1"/>
        </a:solidFill>
        <a:latin typeface="+mn-lt"/>
        <a:ea typeface="+mn-ea"/>
        <a:cs typeface="+mn-cs"/>
      </a:defRPr>
    </a:lvl1pPr>
    <a:lvl2pPr marL="0" indent="0" algn="l" defTabSz="914400" rtl="0" eaLnBrk="1" latinLnBrk="0" hangingPunct="1">
      <a:lnSpc>
        <a:spcPct val="120000"/>
      </a:lnSpc>
      <a:spcBef>
        <a:spcPts val="1500"/>
      </a:spcBef>
      <a:spcAft>
        <a:spcPts val="200"/>
      </a:spcAft>
      <a:buFont typeface="Arial" panose="020B0604020202020204" pitchFamily="34" charset="0"/>
      <a:buNone/>
      <a:defRPr sz="1800" kern="1200">
        <a:solidFill>
          <a:schemeClr val="tx1"/>
        </a:solidFill>
        <a:latin typeface="+mj-lt"/>
        <a:ea typeface="+mn-ea"/>
        <a:cs typeface="+mn-cs"/>
      </a:defRPr>
    </a:lvl2pPr>
    <a:lvl3pPr marL="180000" indent="-18000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Clr>
        <a:schemeClr val="bg2"/>
      </a:buClr>
      <a:buFont typeface="Wingdings" panose="05000000000000000000" pitchFamily="2" charset="2"/>
      <a:buChar char="§"/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360000" indent="-18000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Font typeface="Onest" pitchFamily="2" charset="0"/>
      <a:buChar char="–"/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540000" indent="-18000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Font typeface="Arial" panose="020B0604020202020204" pitchFamily="34" charset="0"/>
      <a:buChar char="•"/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0" indent="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Font typeface="Symbol" panose="05050102010706020507" pitchFamily="18" charset="2"/>
      <a:buNone/>
      <a:defRPr sz="1000" kern="1200">
        <a:solidFill>
          <a:schemeClr val="tx1"/>
        </a:solidFill>
        <a:latin typeface="+mn-lt"/>
        <a:ea typeface="+mn-ea"/>
        <a:cs typeface="+mn-cs"/>
      </a:defRPr>
    </a:lvl6pPr>
    <a:lvl7pPr marL="0" indent="0" algn="l" defTabSz="914400" rtl="0" eaLnBrk="1" latinLnBrk="0" hangingPunct="1">
      <a:lnSpc>
        <a:spcPct val="120000"/>
      </a:lnSpc>
      <a:spcBef>
        <a:spcPts val="1200"/>
      </a:spcBef>
      <a:spcAft>
        <a:spcPts val="200"/>
      </a:spcAft>
      <a:buClr>
        <a:schemeClr val="bg2"/>
      </a:buClr>
      <a:buFont typeface="Wingdings" panose="05000000000000000000" pitchFamily="2" charset="2"/>
      <a:buNone/>
      <a:defRPr sz="1400" kern="1200">
        <a:solidFill>
          <a:schemeClr val="tx1"/>
        </a:solidFill>
        <a:latin typeface="+mj-lt"/>
        <a:ea typeface="+mn-ea"/>
        <a:cs typeface="+mn-cs"/>
      </a:defRPr>
    </a:lvl7pPr>
    <a:lvl8pPr marL="108000" indent="-10800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Clr>
        <a:schemeClr val="bg2"/>
      </a:buClr>
      <a:buFont typeface="Wingdings" panose="05000000000000000000" pitchFamily="2" charset="2"/>
      <a:buChar char="§"/>
      <a:defRPr sz="1000" kern="1200">
        <a:solidFill>
          <a:schemeClr val="tx1"/>
        </a:solidFill>
        <a:latin typeface="+mn-lt"/>
        <a:ea typeface="+mn-ea"/>
        <a:cs typeface="+mn-cs"/>
      </a:defRPr>
    </a:lvl8pPr>
    <a:lvl9pPr marL="216000" indent="-10800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Font typeface="Onest" pitchFamily="2" charset="0"/>
      <a:buChar char="–"/>
      <a:defRPr sz="1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ackathon Presentation" id="{E45C5319-8C0D-42C0-AD16-035793377066}">
          <p14:sldIdLst>
            <p14:sldId id="2147482664"/>
            <p14:sldId id="2147482655"/>
            <p14:sldId id="2147482657"/>
            <p14:sldId id="2147482658"/>
            <p14:sldId id="2147482659"/>
            <p14:sldId id="2147482662"/>
            <p14:sldId id="21474826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4C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C6334807-E537-4099-9411-48B81318F7D4}">
  <a:tblStyle styleId="{C6334807-E537-4099-9411-48B81318F7D4}" styleName="QNX Table - Light">
    <a:wholeTbl>
      <a:tcTxStyle>
        <a:fontRef idx="min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6350" cmpd="sng">
              <a:solidFill>
                <a:srgbClr val="C0C0BB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6350" cmpd="sng">
              <a:solidFill>
                <a:schemeClr val="lt1"/>
              </a:solidFill>
            </a:ln>
          </a:insideH>
        </a:tcBdr>
        <a:fill>
          <a:solidFill>
            <a:schemeClr val="dk2"/>
          </a:solidFill>
        </a:fill>
      </a:tcStyle>
    </a:band1H>
    <a:band2H>
      <a:tcStyle>
        <a:tcBdr/>
        <a:fill>
          <a:noFill/>
        </a:fill>
      </a:tcStyle>
    </a:band2H>
    <a:band1V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6350" cmpd="sng">
              <a:solidFill>
                <a:schemeClr val="lt1"/>
              </a:solidFill>
            </a:ln>
          </a:insideH>
        </a:tcBdr>
        <a:fill>
          <a:solidFill>
            <a:schemeClr val="dk2"/>
          </a:solidFill>
        </a:fill>
      </a:tcStyle>
    </a:band1V>
    <a:band2V>
      <a:tcStyle>
        <a:tcBdr/>
      </a:tcStyle>
    </a:band2V>
    <a:firstCol>
      <a:tcTxStyle/>
      <a:tcStyle>
        <a:tcBdr/>
      </a:tcStyle>
    </a:firstCol>
    <a:lastRow>
      <a:tcTxStyle>
        <a:fontRef idx="major">
          <a:prstClr val="black"/>
        </a:fontRef>
        <a:schemeClr val="dk1"/>
      </a:tcTxStyle>
      <a:tcStyle>
        <a:tcBdr>
          <a:top>
            <a:ln w="12700" cmpd="sng">
              <a:solidFill>
                <a:schemeClr val="dk1"/>
              </a:solidFill>
            </a:ln>
          </a:top>
        </a:tcBdr>
      </a:tcStyle>
    </a:lastRow>
    <a:firstRow>
      <a:tcTxStyle>
        <a:fontRef idx="major">
          <a:prstClr val="black"/>
        </a:fontRef>
        <a:schemeClr val="dk1"/>
      </a:tcTxStyle>
      <a:tcStyle>
        <a:tcBdr>
          <a:bottom>
            <a:ln w="12700" cmpd="sng">
              <a:solidFill>
                <a:schemeClr val="dk1"/>
              </a:solidFill>
            </a:ln>
          </a:bottom>
        </a:tcBdr>
      </a:tcStyle>
    </a:firstRow>
  </a:tblStyle>
  <a:tblStyle styleId="{963D177F-057A-4F7D-8082-B162180BF664}" styleName="QNX Table - Dark">
    <a:wholeTbl>
      <a:tcTxStyle>
        <a:fontRef idx="min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6350" cmpd="sng">
              <a:solidFill>
                <a:srgbClr val="C0C0BB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6350" cmpd="sng">
              <a:solidFill>
                <a:schemeClr val="lt1"/>
              </a:solidFill>
            </a:ln>
          </a:insideH>
        </a:tcBdr>
        <a:fill>
          <a:solidFill>
            <a:srgbClr val="2F2F2D"/>
          </a:solidFill>
        </a:fill>
      </a:tcStyle>
    </a:band1H>
    <a:band2H>
      <a:tcStyle>
        <a:tcBdr/>
        <a:fill>
          <a:noFill/>
        </a:fill>
      </a:tcStyle>
    </a:band2H>
    <a:band1V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6350" cmpd="sng">
              <a:solidFill>
                <a:schemeClr val="lt1"/>
              </a:solidFill>
            </a:ln>
          </a:insideH>
        </a:tcBdr>
        <a:fill>
          <a:solidFill>
            <a:srgbClr val="2F2F2D"/>
          </a:solidFill>
        </a:fill>
      </a:tcStyle>
    </a:band1V>
    <a:band2V>
      <a:tcStyle>
        <a:tcBdr/>
      </a:tcStyle>
    </a:band2V>
    <a:firstCol>
      <a:tcTxStyle/>
      <a:tcStyle>
        <a:tcBdr/>
      </a:tcStyle>
    </a:firstCol>
    <a:lastRow>
      <a:tcTxStyle>
        <a:fontRef idx="major">
          <a:prstClr val="black"/>
        </a:fontRef>
        <a:schemeClr val="dk1"/>
      </a:tcTxStyle>
      <a:tcStyle>
        <a:tcBdr>
          <a:top>
            <a:ln w="12700" cmpd="sng">
              <a:solidFill>
                <a:schemeClr val="dk1"/>
              </a:solidFill>
            </a:ln>
          </a:top>
        </a:tcBdr>
      </a:tcStyle>
    </a:lastRow>
    <a:firstRow>
      <a:tcTxStyle>
        <a:fontRef idx="major">
          <a:prstClr val="black"/>
        </a:fontRef>
        <a:schemeClr val="dk1"/>
      </a:tcTxStyle>
      <a:tcStyle>
        <a:tcBdr>
          <a:bottom>
            <a:ln w="12700" cmpd="sng">
              <a:solidFill>
                <a:schemeClr val="dk1"/>
              </a:solidFill>
            </a:ln>
          </a:bottom>
        </a:tcBdr>
      </a:tcStyle>
    </a:firstRow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229280" y="8676456"/>
            <a:ext cx="72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/>
            </a:lvl1pPr>
          </a:lstStyle>
          <a:p>
            <a:fld id="{5320D358-F853-4E66-A71E-3A9A01236113}" type="datetimeFigureOut">
              <a:rPr lang="de-DE" sz="800" smtClean="0"/>
              <a:t>19.09.2026</a:t>
            </a:fld>
            <a:endParaRPr lang="de-DE" sz="80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477192" y="8676456"/>
            <a:ext cx="468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/>
            </a:lvl1pPr>
          </a:lstStyle>
          <a:p>
            <a:pPr algn="r"/>
            <a:endParaRPr lang="de-DE" sz="80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6021328" y="8676456"/>
            <a:ext cx="36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/>
            </a:lvl1pPr>
          </a:lstStyle>
          <a:p>
            <a:fld id="{E5BBCCF6-F8A8-4C49-BF3D-CA1AA74CA975}" type="slidenum">
              <a:rPr lang="de-DE" sz="800" smtClean="0"/>
              <a:t>‹#›</a:t>
            </a:fld>
            <a:endParaRPr lang="de-DE" sz="800"/>
          </a:p>
        </p:txBody>
      </p:sp>
    </p:spTree>
    <p:extLst>
      <p:ext uri="{BB962C8B-B14F-4D97-AF65-F5344CB8AC3E}">
        <p14:creationId xmlns:p14="http://schemas.microsoft.com/office/powerpoint/2010/main" val="314386119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pos="302" userDrawn="1">
          <p15:clr>
            <a:srgbClr val="F26B43"/>
          </p15:clr>
        </p15:guide>
        <p15:guide id="2" pos="4021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76672" y="611560"/>
            <a:ext cx="5904000" cy="3321000"/>
          </a:xfrm>
          <a:prstGeom prst="rect">
            <a:avLst/>
          </a:prstGeom>
          <a:noFill/>
          <a:ln w="6350">
            <a:solidFill>
              <a:schemeClr val="accent6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476672" y="4139952"/>
            <a:ext cx="5904000" cy="432000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GB"/>
              <a:t>First list level: Large body text in 14 pt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body text in 14 pt</a:t>
            </a:r>
          </a:p>
          <a:p>
            <a:pPr lvl="5"/>
            <a:r>
              <a:rPr lang="en-GB"/>
              <a:t>6th level, subheading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</a:t>
            </a:r>
            <a:r>
              <a:rPr lang="sv-SE"/>
              <a:t>2. bullet list in 10 pt</a:t>
            </a:r>
            <a:endParaRPr lang="en-GB"/>
          </a:p>
        </p:txBody>
      </p:sp>
      <p:sp>
        <p:nvSpPr>
          <p:cNvPr id="9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229280" y="8676456"/>
            <a:ext cx="72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/>
            </a:lvl1pPr>
          </a:lstStyle>
          <a:p>
            <a:fld id="{5320D358-F853-4E66-A71E-3A9A01236113}" type="datetimeFigureOut">
              <a:rPr lang="de-DE" smtClean="0"/>
              <a:pPr/>
              <a:t>19.09.2026</a:t>
            </a:fld>
            <a:endParaRPr lang="de-DE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4"/>
          </p:nvPr>
        </p:nvSpPr>
        <p:spPr>
          <a:xfrm>
            <a:off x="477192" y="8676456"/>
            <a:ext cx="468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/>
            </a:lvl1pPr>
          </a:lstStyle>
          <a:p>
            <a:pPr algn="r"/>
            <a:endParaRPr lang="de-DE"/>
          </a:p>
        </p:txBody>
      </p:sp>
      <p:sp>
        <p:nvSpPr>
          <p:cNvPr id="11" name="Foliennummernplatzhalter 4"/>
          <p:cNvSpPr>
            <a:spLocks noGrp="1"/>
          </p:cNvSpPr>
          <p:nvPr>
            <p:ph type="sldNum" sz="quarter" idx="5"/>
          </p:nvPr>
        </p:nvSpPr>
        <p:spPr>
          <a:xfrm>
            <a:off x="6021328" y="8676456"/>
            <a:ext cx="36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/>
            </a:lvl1pPr>
          </a:lstStyle>
          <a:p>
            <a:fld id="{E5BBCCF6-F8A8-4C49-BF3D-CA1AA74CA975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6198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defRPr sz="1400" b="0" kern="1200">
        <a:solidFill>
          <a:schemeClr val="tx1"/>
        </a:solidFill>
        <a:latin typeface="+mn-lt"/>
        <a:ea typeface="+mn-ea"/>
        <a:cs typeface="+mn-cs"/>
      </a:defRPr>
    </a:lvl1pPr>
    <a:lvl2pPr marL="0" algn="l" defTabSz="914400" rtl="0" eaLnBrk="1" latinLnBrk="0" hangingPunct="1">
      <a:lnSpc>
        <a:spcPct val="120000"/>
      </a:lnSpc>
      <a:spcBef>
        <a:spcPts val="1500"/>
      </a:spcBef>
      <a:spcAft>
        <a:spcPts val="200"/>
      </a:spcAft>
      <a:defRPr sz="1800" b="1" kern="1200">
        <a:solidFill>
          <a:schemeClr val="tx1"/>
        </a:solidFill>
        <a:latin typeface="+mn-lt"/>
        <a:ea typeface="+mn-ea"/>
        <a:cs typeface="+mn-cs"/>
      </a:defRPr>
    </a:lvl2pPr>
    <a:lvl3pPr marL="180000" indent="-18000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Clr>
        <a:schemeClr val="bg2"/>
      </a:buClr>
      <a:buFont typeface="Wingdings" panose="05000000000000000000" pitchFamily="2" charset="2"/>
      <a:buChar char="§"/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360000" indent="-18000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Font typeface="Onest" pitchFamily="2" charset="0"/>
      <a:buChar char="–"/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540000" indent="-18000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Font typeface="Arial" panose="020B0604020202020204" pitchFamily="34" charset="0"/>
      <a:buChar char="•"/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0" indent="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Font typeface="Symbol" panose="05050102010706020507" pitchFamily="18" charset="2"/>
      <a:buNone/>
      <a:defRPr sz="1000" kern="1200">
        <a:solidFill>
          <a:schemeClr val="tx1"/>
        </a:solidFill>
        <a:latin typeface="+mn-lt"/>
        <a:ea typeface="+mn-ea"/>
        <a:cs typeface="+mn-cs"/>
      </a:defRPr>
    </a:lvl6pPr>
    <a:lvl7pPr marL="0" indent="0" algn="l" defTabSz="914400" rtl="0" eaLnBrk="1" latinLnBrk="0" hangingPunct="1">
      <a:lnSpc>
        <a:spcPct val="120000"/>
      </a:lnSpc>
      <a:spcBef>
        <a:spcPts val="1200"/>
      </a:spcBef>
      <a:spcAft>
        <a:spcPts val="200"/>
      </a:spcAft>
      <a:buClr>
        <a:schemeClr val="bg2"/>
      </a:buClr>
      <a:buFontTx/>
      <a:buNone/>
      <a:defRPr sz="1400" b="1" kern="1200">
        <a:solidFill>
          <a:schemeClr val="tx1"/>
        </a:solidFill>
        <a:latin typeface="+mn-lt"/>
        <a:ea typeface="+mn-ea"/>
        <a:cs typeface="+mn-cs"/>
      </a:defRPr>
    </a:lvl7pPr>
    <a:lvl8pPr marL="108000" indent="-10800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Clr>
        <a:schemeClr val="bg2"/>
      </a:buClr>
      <a:buFont typeface="Wingdings" panose="05000000000000000000" pitchFamily="2" charset="2"/>
      <a:buChar char="§"/>
      <a:defRPr sz="1000" kern="1200">
        <a:solidFill>
          <a:schemeClr val="tx1"/>
        </a:solidFill>
        <a:latin typeface="+mn-lt"/>
        <a:ea typeface="+mn-ea"/>
        <a:cs typeface="+mn-cs"/>
      </a:defRPr>
    </a:lvl8pPr>
    <a:lvl9pPr marL="216000" indent="-10800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Font typeface="Onest" pitchFamily="2" charset="0"/>
      <a:buChar char="–"/>
      <a:defRPr sz="10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302" userDrawn="1">
          <p15:clr>
            <a:srgbClr val="F26B43"/>
          </p15:clr>
        </p15:guide>
        <p15:guide id="2" pos="4021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9E6B4-6ECE-D15E-BB87-D900B4C85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3A8E1E-E19D-8F9B-C6C1-7F97073337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76250" y="611188"/>
            <a:ext cx="5903913" cy="33210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4389C9-6732-21E3-DE4F-7A7F942F32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9AC5A6-92E7-050A-7E83-1CE80CC867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BCCF6-F8A8-4C49-BF3D-CA1AA74CA975}" type="slidenum">
              <a:rPr lang="de-DE" smtClean="0"/>
              <a:pPr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564862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Quadrant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BB3A0D8F-9C15-5837-5F96-2D9EA811E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74954" b="22415"/>
          <a:stretch/>
        </p:blipFill>
        <p:spPr>
          <a:xfrm>
            <a:off x="8256241" y="1"/>
            <a:ext cx="393576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42CB579-B7B9-9323-FC1C-A4B06960AB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8" y="3068960"/>
            <a:ext cx="5184000" cy="144000"/>
          </a:xfr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9pPr>
          </a:lstStyle>
          <a:p>
            <a:pPr lvl="0"/>
            <a:r>
              <a:rPr lang="en-GB"/>
              <a:t>Name | Job title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gray">
          <a:xfrm>
            <a:off x="623393" y="3429176"/>
            <a:ext cx="6912470" cy="1224000"/>
          </a:xfrm>
        </p:spPr>
        <p:txBody>
          <a:bodyPr anchor="t"/>
          <a:lstStyle>
            <a:lvl1pPr algn="l">
              <a:defRPr sz="4000" b="0" i="0">
                <a:solidFill>
                  <a:schemeClr val="tx1"/>
                </a:solidFill>
                <a:latin typeface="Onest Medium" pitchFamily="2" charset="0"/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623393" y="4797256"/>
            <a:ext cx="5184000" cy="720000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latin typeface="Onest Medium" pitchFamily="2" charset="0"/>
              </a:defRPr>
            </a:lvl1pPr>
            <a:lvl2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2pPr>
            <a:lvl3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3pPr>
            <a:lvl4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4pPr>
            <a:lvl5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5pPr>
            <a:lvl6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6pPr>
            <a:lvl7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7pPr>
            <a:lvl8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8pPr>
            <a:lvl9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9pPr>
          </a:lstStyle>
          <a:p>
            <a:r>
              <a:rPr lang="en-GB"/>
              <a:t>Optional subtitle, use list level 2 to add a date</a:t>
            </a:r>
          </a:p>
          <a:p>
            <a:pPr lvl="1"/>
            <a:r>
              <a:rPr lang="en-GB"/>
              <a:t>Date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FFD4DD8-5134-1E7B-85B7-BA5AEFFC30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623872" y="6525360"/>
            <a:ext cx="4608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CE58F5-2971-B56C-353C-50DBADA97766}"/>
              </a:ext>
            </a:extLst>
          </p:cNvPr>
          <p:cNvSpPr txBox="1"/>
          <p:nvPr userDrawn="1"/>
        </p:nvSpPr>
        <p:spPr bwMode="gray">
          <a:xfrm>
            <a:off x="5232400" y="6525360"/>
            <a:ext cx="2303760" cy="14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GB" sz="700">
                <a:solidFill>
                  <a:schemeClr val="tx1"/>
                </a:solidFill>
                <a:latin typeface="Onest" pitchFamily="2" charset="0"/>
              </a:rPr>
              <a:t>© </a:t>
            </a:r>
            <a:fld id="{F840E9BB-576D-451A-8E58-7560756B2087}" type="datetimeyyyy">
              <a:rPr lang="en-GB" sz="700" smtClean="0">
                <a:solidFill>
                  <a:schemeClr val="tx1"/>
                </a:solidFill>
                <a:latin typeface="Onest" pitchFamily="2" charset="0"/>
              </a:rPr>
              <a:t>2026</a:t>
            </a:fld>
            <a:r>
              <a:rPr lang="en-GB" sz="700">
                <a:solidFill>
                  <a:schemeClr val="tx1"/>
                </a:solidFill>
                <a:latin typeface="Onest" pitchFamily="2" charset="0"/>
              </a:rPr>
              <a:t> </a:t>
            </a:r>
            <a:r>
              <a:rPr lang="en-US" sz="700">
                <a:solidFill>
                  <a:schemeClr val="tx1"/>
                </a:solidFill>
                <a:latin typeface="Onest" pitchFamily="2" charset="0"/>
              </a:rPr>
              <a:t>BlackBerry Limited. All rights reserved.</a:t>
            </a:r>
            <a:endParaRPr lang="en-GB" sz="700">
              <a:solidFill>
                <a:schemeClr val="tx1"/>
              </a:solidFill>
              <a:latin typeface="Onest" pitchFamily="2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8C6CD82-275A-9314-4491-DC4C0241E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623392" y="620689"/>
            <a:ext cx="1080000" cy="374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6951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33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4" pos="4747" userDrawn="1">
          <p15:clr>
            <a:srgbClr val="5ACBF0"/>
          </p15:clr>
        </p15:guide>
        <p15:guide id="5" orient="horz" pos="3475" userDrawn="1">
          <p15:clr>
            <a:srgbClr val="5ACBF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Quadrant Rad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42CB579-B7B9-9323-FC1C-A4B06960AB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8" y="3068960"/>
            <a:ext cx="5184000" cy="144000"/>
          </a:xfr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9pPr>
          </a:lstStyle>
          <a:p>
            <a:pPr lvl="0"/>
            <a:r>
              <a:rPr lang="en-GB"/>
              <a:t>Name | Job title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gray">
          <a:xfrm>
            <a:off x="623393" y="3429176"/>
            <a:ext cx="6912470" cy="1224000"/>
          </a:xfrm>
        </p:spPr>
        <p:txBody>
          <a:bodyPr anchor="t"/>
          <a:lstStyle>
            <a:lvl1pPr algn="l">
              <a:defRPr sz="4000" b="0" i="0">
                <a:solidFill>
                  <a:schemeClr val="tx1"/>
                </a:solidFill>
                <a:latin typeface="Onest Medium" pitchFamily="2" charset="0"/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623393" y="4797256"/>
            <a:ext cx="5184000" cy="720000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latin typeface="Onest Medium" pitchFamily="2" charset="0"/>
              </a:defRPr>
            </a:lvl1pPr>
            <a:lvl2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2pPr>
            <a:lvl3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3pPr>
            <a:lvl4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4pPr>
            <a:lvl5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5pPr>
            <a:lvl6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6pPr>
            <a:lvl7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7pPr>
            <a:lvl8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8pPr>
            <a:lvl9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9pPr>
          </a:lstStyle>
          <a:p>
            <a:r>
              <a:rPr lang="en-GB"/>
              <a:t>Optional subtitle, use list level 2 to add a date</a:t>
            </a:r>
          </a:p>
          <a:p>
            <a:pPr lvl="1"/>
            <a:r>
              <a:rPr lang="en-GB"/>
              <a:t>Date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FFD4DD8-5134-1E7B-85B7-BA5AEFFC30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623872" y="6525360"/>
            <a:ext cx="4608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CE58F5-2971-B56C-353C-50DBADA97766}"/>
              </a:ext>
            </a:extLst>
          </p:cNvPr>
          <p:cNvSpPr txBox="1"/>
          <p:nvPr userDrawn="1"/>
        </p:nvSpPr>
        <p:spPr bwMode="gray">
          <a:xfrm>
            <a:off x="5231872" y="6525360"/>
            <a:ext cx="2304288" cy="14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GB" sz="700">
                <a:solidFill>
                  <a:schemeClr val="tx1"/>
                </a:solidFill>
                <a:latin typeface="Onest" pitchFamily="2" charset="0"/>
              </a:rPr>
              <a:t>© </a:t>
            </a:r>
            <a:fld id="{F840E9BB-576D-451A-8E58-7560756B2087}" type="datetimeyyyy">
              <a:rPr lang="en-GB" sz="700" smtClean="0">
                <a:solidFill>
                  <a:schemeClr val="tx1"/>
                </a:solidFill>
                <a:latin typeface="Onest" pitchFamily="2" charset="0"/>
              </a:rPr>
              <a:t>2026</a:t>
            </a:fld>
            <a:r>
              <a:rPr lang="en-GB" sz="700">
                <a:solidFill>
                  <a:schemeClr val="tx1"/>
                </a:solidFill>
                <a:latin typeface="Onest" pitchFamily="2" charset="0"/>
              </a:rPr>
              <a:t> </a:t>
            </a:r>
            <a:r>
              <a:rPr lang="en-US" sz="700">
                <a:solidFill>
                  <a:schemeClr val="tx1"/>
                </a:solidFill>
                <a:latin typeface="Onest" pitchFamily="2" charset="0"/>
              </a:rPr>
              <a:t>BlackBerry Limited. All rights reserved.</a:t>
            </a:r>
            <a:endParaRPr lang="en-GB" sz="700">
              <a:solidFill>
                <a:schemeClr val="tx1"/>
              </a:solidFill>
              <a:latin typeface="Onest" pitchFamily="2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8C6CD82-275A-9314-4491-DC4C0241E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623392" y="620689"/>
            <a:ext cx="1080000" cy="3745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F748590-F732-D074-F771-EDEC6F0047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507" r="50000" b="6507"/>
          <a:stretch/>
        </p:blipFill>
        <p:spPr>
          <a:xfrm>
            <a:off x="8250000" y="0"/>
            <a:ext cx="394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7189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33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4" pos="4747" userDrawn="1">
          <p15:clr>
            <a:srgbClr val="5ACBF0"/>
          </p15:clr>
        </p15:guide>
        <p15:guide id="5" orient="horz" pos="3475" userDrawn="1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Half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42CB579-B7B9-9323-FC1C-A4B06960AB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8" y="2132856"/>
            <a:ext cx="5184000" cy="144000"/>
          </a:xfr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9pPr>
          </a:lstStyle>
          <a:p>
            <a:pPr lvl="0"/>
            <a:r>
              <a:rPr lang="en-GB"/>
              <a:t>Name | Job title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gray">
          <a:xfrm>
            <a:off x="623393" y="2493072"/>
            <a:ext cx="5184000" cy="1224000"/>
          </a:xfrm>
        </p:spPr>
        <p:txBody>
          <a:bodyPr anchor="t"/>
          <a:lstStyle>
            <a:lvl1pPr algn="l">
              <a:defRPr sz="4000" b="0" i="0">
                <a:solidFill>
                  <a:schemeClr val="tx1"/>
                </a:solidFill>
                <a:latin typeface="Onest Medium" pitchFamily="2" charset="0"/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623393" y="3861152"/>
            <a:ext cx="5184000" cy="720000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latin typeface="Onest Medium" pitchFamily="2" charset="0"/>
              </a:defRPr>
            </a:lvl1pPr>
            <a:lvl2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2pPr>
            <a:lvl3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3pPr>
            <a:lvl4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4pPr>
            <a:lvl5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5pPr>
            <a:lvl6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6pPr>
            <a:lvl7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7pPr>
            <a:lvl8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8pPr>
            <a:lvl9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9pPr>
          </a:lstStyle>
          <a:p>
            <a:r>
              <a:rPr lang="en-GB"/>
              <a:t>Optional subtitle, use list level 2 to add a date</a:t>
            </a:r>
          </a:p>
          <a:p>
            <a:pPr lvl="1"/>
            <a:r>
              <a:rPr lang="en-GB"/>
              <a:t>Date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8C6CD82-275A-9314-4491-DC4C0241E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623392" y="620689"/>
            <a:ext cx="1080000" cy="374567"/>
          </a:xfrm>
          <a:prstGeom prst="rect">
            <a:avLst/>
          </a:prstGeom>
        </p:spPr>
      </p:pic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F0C95E3C-E453-EAA2-DD4F-8F0D94035F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6092271" y="0"/>
            <a:ext cx="6099728" cy="6858000"/>
          </a:xfrm>
          <a:custGeom>
            <a:avLst/>
            <a:gdLst>
              <a:gd name="connsiteX0" fmla="*/ 2610818 w 6099728"/>
              <a:gd name="connsiteY0" fmla="*/ 0 h 6858000"/>
              <a:gd name="connsiteX1" fmla="*/ 6099728 w 6099728"/>
              <a:gd name="connsiteY1" fmla="*/ 0 h 6858000"/>
              <a:gd name="connsiteX2" fmla="*/ 6099728 w 6099728"/>
              <a:gd name="connsiteY2" fmla="*/ 6858000 h 6858000"/>
              <a:gd name="connsiteX3" fmla="*/ 1895875 w 6099728"/>
              <a:gd name="connsiteY3" fmla="*/ 6858000 h 6858000"/>
              <a:gd name="connsiteX4" fmla="*/ 1895875 w 6099728"/>
              <a:gd name="connsiteY4" fmla="*/ 6116053 h 6858000"/>
              <a:gd name="connsiteX5" fmla="*/ 1985243 w 6099728"/>
              <a:gd name="connsiteY5" fmla="*/ 6116053 h 6858000"/>
              <a:gd name="connsiteX6" fmla="*/ 1985243 w 6099728"/>
              <a:gd name="connsiteY6" fmla="*/ 5350043 h 6858000"/>
              <a:gd name="connsiteX7" fmla="*/ 2074611 w 6099728"/>
              <a:gd name="connsiteY7" fmla="*/ 5350043 h 6858000"/>
              <a:gd name="connsiteX8" fmla="*/ 2074611 w 6099728"/>
              <a:gd name="connsiteY8" fmla="*/ 4584032 h 6858000"/>
              <a:gd name="connsiteX9" fmla="*/ 2163979 w 6099728"/>
              <a:gd name="connsiteY9" fmla="*/ 4584032 h 6858000"/>
              <a:gd name="connsiteX10" fmla="*/ 2163979 w 6099728"/>
              <a:gd name="connsiteY10" fmla="*/ 3818022 h 6858000"/>
              <a:gd name="connsiteX11" fmla="*/ 2253347 w 6099728"/>
              <a:gd name="connsiteY11" fmla="*/ 3818022 h 6858000"/>
              <a:gd name="connsiteX12" fmla="*/ 2253347 w 6099728"/>
              <a:gd name="connsiteY12" fmla="*/ 3052011 h 6858000"/>
              <a:gd name="connsiteX13" fmla="*/ 2342714 w 6099728"/>
              <a:gd name="connsiteY13" fmla="*/ 3052011 h 6858000"/>
              <a:gd name="connsiteX14" fmla="*/ 2342714 w 6099728"/>
              <a:gd name="connsiteY14" fmla="*/ 2286000 h 6858000"/>
              <a:gd name="connsiteX15" fmla="*/ 2432082 w 6099728"/>
              <a:gd name="connsiteY15" fmla="*/ 2286000 h 6858000"/>
              <a:gd name="connsiteX16" fmla="*/ 2432082 w 6099728"/>
              <a:gd name="connsiteY16" fmla="*/ 1519990 h 6858000"/>
              <a:gd name="connsiteX17" fmla="*/ 2521450 w 6099728"/>
              <a:gd name="connsiteY17" fmla="*/ 1519990 h 6858000"/>
              <a:gd name="connsiteX18" fmla="*/ 2521450 w 6099728"/>
              <a:gd name="connsiteY18" fmla="*/ 753979 h 6858000"/>
              <a:gd name="connsiteX19" fmla="*/ 2610818 w 6099728"/>
              <a:gd name="connsiteY19" fmla="*/ 753979 h 6858000"/>
              <a:gd name="connsiteX20" fmla="*/ 2138445 w 6099728"/>
              <a:gd name="connsiteY20" fmla="*/ 0 h 6858000"/>
              <a:gd name="connsiteX21" fmla="*/ 2521450 w 6099728"/>
              <a:gd name="connsiteY21" fmla="*/ 0 h 6858000"/>
              <a:gd name="connsiteX22" fmla="*/ 2521450 w 6099728"/>
              <a:gd name="connsiteY22" fmla="*/ 753979 h 6858000"/>
              <a:gd name="connsiteX23" fmla="*/ 2432082 w 6099728"/>
              <a:gd name="connsiteY23" fmla="*/ 753979 h 6858000"/>
              <a:gd name="connsiteX24" fmla="*/ 2432082 w 6099728"/>
              <a:gd name="connsiteY24" fmla="*/ 1519990 h 6858000"/>
              <a:gd name="connsiteX25" fmla="*/ 2342714 w 6099728"/>
              <a:gd name="connsiteY25" fmla="*/ 1519990 h 6858000"/>
              <a:gd name="connsiteX26" fmla="*/ 2342714 w 6099728"/>
              <a:gd name="connsiteY26" fmla="*/ 2286000 h 6858000"/>
              <a:gd name="connsiteX27" fmla="*/ 2253347 w 6099728"/>
              <a:gd name="connsiteY27" fmla="*/ 2286000 h 6858000"/>
              <a:gd name="connsiteX28" fmla="*/ 2253347 w 6099728"/>
              <a:gd name="connsiteY28" fmla="*/ 3052011 h 6858000"/>
              <a:gd name="connsiteX29" fmla="*/ 2163979 w 6099728"/>
              <a:gd name="connsiteY29" fmla="*/ 3052011 h 6858000"/>
              <a:gd name="connsiteX30" fmla="*/ 2163979 w 6099728"/>
              <a:gd name="connsiteY30" fmla="*/ 3818022 h 6858000"/>
              <a:gd name="connsiteX31" fmla="*/ 2074611 w 6099728"/>
              <a:gd name="connsiteY31" fmla="*/ 3818022 h 6858000"/>
              <a:gd name="connsiteX32" fmla="*/ 2074611 w 6099728"/>
              <a:gd name="connsiteY32" fmla="*/ 4584032 h 6858000"/>
              <a:gd name="connsiteX33" fmla="*/ 1985243 w 6099728"/>
              <a:gd name="connsiteY33" fmla="*/ 4584032 h 6858000"/>
              <a:gd name="connsiteX34" fmla="*/ 1985243 w 6099728"/>
              <a:gd name="connsiteY34" fmla="*/ 5350043 h 6858000"/>
              <a:gd name="connsiteX35" fmla="*/ 1895875 w 6099728"/>
              <a:gd name="connsiteY35" fmla="*/ 5350043 h 6858000"/>
              <a:gd name="connsiteX36" fmla="*/ 1895875 w 6099728"/>
              <a:gd name="connsiteY36" fmla="*/ 6116053 h 6858000"/>
              <a:gd name="connsiteX37" fmla="*/ 1806507 w 6099728"/>
              <a:gd name="connsiteY37" fmla="*/ 6116053 h 6858000"/>
              <a:gd name="connsiteX38" fmla="*/ 1806507 w 6099728"/>
              <a:gd name="connsiteY38" fmla="*/ 6858000 h 6858000"/>
              <a:gd name="connsiteX39" fmla="*/ 1423502 w 6099728"/>
              <a:gd name="connsiteY39" fmla="*/ 6858000 h 6858000"/>
              <a:gd name="connsiteX40" fmla="*/ 1423502 w 6099728"/>
              <a:gd name="connsiteY40" fmla="*/ 6849150 h 6858000"/>
              <a:gd name="connsiteX41" fmla="*/ 1423502 w 6099728"/>
              <a:gd name="connsiteY41" fmla="*/ 6116053 h 6858000"/>
              <a:gd name="connsiteX42" fmla="*/ 1512870 w 6099728"/>
              <a:gd name="connsiteY42" fmla="*/ 6116053 h 6858000"/>
              <a:gd name="connsiteX43" fmla="*/ 1512870 w 6099728"/>
              <a:gd name="connsiteY43" fmla="*/ 5350043 h 6858000"/>
              <a:gd name="connsiteX44" fmla="*/ 1602238 w 6099728"/>
              <a:gd name="connsiteY44" fmla="*/ 5350043 h 6858000"/>
              <a:gd name="connsiteX45" fmla="*/ 1602238 w 6099728"/>
              <a:gd name="connsiteY45" fmla="*/ 4584032 h 6858000"/>
              <a:gd name="connsiteX46" fmla="*/ 1691606 w 6099728"/>
              <a:gd name="connsiteY46" fmla="*/ 4584032 h 6858000"/>
              <a:gd name="connsiteX47" fmla="*/ 1691606 w 6099728"/>
              <a:gd name="connsiteY47" fmla="*/ 3818022 h 6858000"/>
              <a:gd name="connsiteX48" fmla="*/ 1780974 w 6099728"/>
              <a:gd name="connsiteY48" fmla="*/ 3818022 h 6858000"/>
              <a:gd name="connsiteX49" fmla="*/ 1780974 w 6099728"/>
              <a:gd name="connsiteY49" fmla="*/ 3052011 h 6858000"/>
              <a:gd name="connsiteX50" fmla="*/ 1870342 w 6099728"/>
              <a:gd name="connsiteY50" fmla="*/ 3052011 h 6858000"/>
              <a:gd name="connsiteX51" fmla="*/ 1870342 w 6099728"/>
              <a:gd name="connsiteY51" fmla="*/ 2286000 h 6858000"/>
              <a:gd name="connsiteX52" fmla="*/ 1959709 w 6099728"/>
              <a:gd name="connsiteY52" fmla="*/ 2286000 h 6858000"/>
              <a:gd name="connsiteX53" fmla="*/ 1959709 w 6099728"/>
              <a:gd name="connsiteY53" fmla="*/ 1519990 h 6858000"/>
              <a:gd name="connsiteX54" fmla="*/ 2049077 w 6099728"/>
              <a:gd name="connsiteY54" fmla="*/ 1519990 h 6858000"/>
              <a:gd name="connsiteX55" fmla="*/ 2049077 w 6099728"/>
              <a:gd name="connsiteY55" fmla="*/ 753979 h 6858000"/>
              <a:gd name="connsiteX56" fmla="*/ 2138445 w 6099728"/>
              <a:gd name="connsiteY56" fmla="*/ 753979 h 6858000"/>
              <a:gd name="connsiteX57" fmla="*/ 2138445 w 6099728"/>
              <a:gd name="connsiteY57" fmla="*/ 20884 h 6858000"/>
              <a:gd name="connsiteX58" fmla="*/ 1659689 w 6099728"/>
              <a:gd name="connsiteY58" fmla="*/ 0 h 6858000"/>
              <a:gd name="connsiteX59" fmla="*/ 1959709 w 6099728"/>
              <a:gd name="connsiteY59" fmla="*/ 0 h 6858000"/>
              <a:gd name="connsiteX60" fmla="*/ 1959709 w 6099728"/>
              <a:gd name="connsiteY60" fmla="*/ 20884 h 6858000"/>
              <a:gd name="connsiteX61" fmla="*/ 1959709 w 6099728"/>
              <a:gd name="connsiteY61" fmla="*/ 753979 h 6858000"/>
              <a:gd name="connsiteX62" fmla="*/ 1870342 w 6099728"/>
              <a:gd name="connsiteY62" fmla="*/ 753979 h 6858000"/>
              <a:gd name="connsiteX63" fmla="*/ 1870342 w 6099728"/>
              <a:gd name="connsiteY63" fmla="*/ 1519990 h 6858000"/>
              <a:gd name="connsiteX64" fmla="*/ 1780974 w 6099728"/>
              <a:gd name="connsiteY64" fmla="*/ 1519990 h 6858000"/>
              <a:gd name="connsiteX65" fmla="*/ 1780974 w 6099728"/>
              <a:gd name="connsiteY65" fmla="*/ 2286000 h 6858000"/>
              <a:gd name="connsiteX66" fmla="*/ 1691606 w 6099728"/>
              <a:gd name="connsiteY66" fmla="*/ 2286000 h 6858000"/>
              <a:gd name="connsiteX67" fmla="*/ 1691606 w 6099728"/>
              <a:gd name="connsiteY67" fmla="*/ 3052011 h 6858000"/>
              <a:gd name="connsiteX68" fmla="*/ 1602238 w 6099728"/>
              <a:gd name="connsiteY68" fmla="*/ 3052011 h 6858000"/>
              <a:gd name="connsiteX69" fmla="*/ 1602238 w 6099728"/>
              <a:gd name="connsiteY69" fmla="*/ 3818022 h 6858000"/>
              <a:gd name="connsiteX70" fmla="*/ 1512870 w 6099728"/>
              <a:gd name="connsiteY70" fmla="*/ 3818022 h 6858000"/>
              <a:gd name="connsiteX71" fmla="*/ 1512870 w 6099728"/>
              <a:gd name="connsiteY71" fmla="*/ 4584032 h 6858000"/>
              <a:gd name="connsiteX72" fmla="*/ 1423502 w 6099728"/>
              <a:gd name="connsiteY72" fmla="*/ 4584032 h 6858000"/>
              <a:gd name="connsiteX73" fmla="*/ 1423502 w 6099728"/>
              <a:gd name="connsiteY73" fmla="*/ 5350043 h 6858000"/>
              <a:gd name="connsiteX74" fmla="*/ 1334134 w 6099728"/>
              <a:gd name="connsiteY74" fmla="*/ 5350043 h 6858000"/>
              <a:gd name="connsiteX75" fmla="*/ 1334134 w 6099728"/>
              <a:gd name="connsiteY75" fmla="*/ 6116053 h 6858000"/>
              <a:gd name="connsiteX76" fmla="*/ 1244767 w 6099728"/>
              <a:gd name="connsiteY76" fmla="*/ 6116053 h 6858000"/>
              <a:gd name="connsiteX77" fmla="*/ 1244767 w 6099728"/>
              <a:gd name="connsiteY77" fmla="*/ 6849150 h 6858000"/>
              <a:gd name="connsiteX78" fmla="*/ 1244767 w 6099728"/>
              <a:gd name="connsiteY78" fmla="*/ 6858000 h 6858000"/>
              <a:gd name="connsiteX79" fmla="*/ 944746 w 6099728"/>
              <a:gd name="connsiteY79" fmla="*/ 6858000 h 6858000"/>
              <a:gd name="connsiteX80" fmla="*/ 944746 w 6099728"/>
              <a:gd name="connsiteY80" fmla="*/ 6849150 h 6858000"/>
              <a:gd name="connsiteX81" fmla="*/ 944746 w 6099728"/>
              <a:gd name="connsiteY81" fmla="*/ 6116053 h 6858000"/>
              <a:gd name="connsiteX82" fmla="*/ 1034114 w 6099728"/>
              <a:gd name="connsiteY82" fmla="*/ 6116053 h 6858000"/>
              <a:gd name="connsiteX83" fmla="*/ 1034114 w 6099728"/>
              <a:gd name="connsiteY83" fmla="*/ 5350043 h 6858000"/>
              <a:gd name="connsiteX84" fmla="*/ 1123482 w 6099728"/>
              <a:gd name="connsiteY84" fmla="*/ 5350043 h 6858000"/>
              <a:gd name="connsiteX85" fmla="*/ 1123482 w 6099728"/>
              <a:gd name="connsiteY85" fmla="*/ 4584032 h 6858000"/>
              <a:gd name="connsiteX86" fmla="*/ 1212850 w 6099728"/>
              <a:gd name="connsiteY86" fmla="*/ 4584032 h 6858000"/>
              <a:gd name="connsiteX87" fmla="*/ 1212850 w 6099728"/>
              <a:gd name="connsiteY87" fmla="*/ 3818022 h 6858000"/>
              <a:gd name="connsiteX88" fmla="*/ 1302217 w 6099728"/>
              <a:gd name="connsiteY88" fmla="*/ 3818022 h 6858000"/>
              <a:gd name="connsiteX89" fmla="*/ 1302217 w 6099728"/>
              <a:gd name="connsiteY89" fmla="*/ 3052011 h 6858000"/>
              <a:gd name="connsiteX90" fmla="*/ 1391585 w 6099728"/>
              <a:gd name="connsiteY90" fmla="*/ 3052011 h 6858000"/>
              <a:gd name="connsiteX91" fmla="*/ 1391585 w 6099728"/>
              <a:gd name="connsiteY91" fmla="*/ 2286000 h 6858000"/>
              <a:gd name="connsiteX92" fmla="*/ 1480953 w 6099728"/>
              <a:gd name="connsiteY92" fmla="*/ 2286000 h 6858000"/>
              <a:gd name="connsiteX93" fmla="*/ 1480953 w 6099728"/>
              <a:gd name="connsiteY93" fmla="*/ 1519990 h 6858000"/>
              <a:gd name="connsiteX94" fmla="*/ 1570321 w 6099728"/>
              <a:gd name="connsiteY94" fmla="*/ 1519990 h 6858000"/>
              <a:gd name="connsiteX95" fmla="*/ 1570321 w 6099728"/>
              <a:gd name="connsiteY95" fmla="*/ 753979 h 6858000"/>
              <a:gd name="connsiteX96" fmla="*/ 1659689 w 6099728"/>
              <a:gd name="connsiteY96" fmla="*/ 753979 h 6858000"/>
              <a:gd name="connsiteX97" fmla="*/ 1659689 w 6099728"/>
              <a:gd name="connsiteY97" fmla="*/ 20884 h 6858000"/>
              <a:gd name="connsiteX98" fmla="*/ 1187316 w 6099728"/>
              <a:gd name="connsiteY98" fmla="*/ 0 h 6858000"/>
              <a:gd name="connsiteX99" fmla="*/ 1385202 w 6099728"/>
              <a:gd name="connsiteY99" fmla="*/ 0 h 6858000"/>
              <a:gd name="connsiteX100" fmla="*/ 1385202 w 6099728"/>
              <a:gd name="connsiteY100" fmla="*/ 20884 h 6858000"/>
              <a:gd name="connsiteX101" fmla="*/ 1385202 w 6099728"/>
              <a:gd name="connsiteY101" fmla="*/ 753979 h 6858000"/>
              <a:gd name="connsiteX102" fmla="*/ 1295834 w 6099728"/>
              <a:gd name="connsiteY102" fmla="*/ 753979 h 6858000"/>
              <a:gd name="connsiteX103" fmla="*/ 1295834 w 6099728"/>
              <a:gd name="connsiteY103" fmla="*/ 1519990 h 6858000"/>
              <a:gd name="connsiteX104" fmla="*/ 1206466 w 6099728"/>
              <a:gd name="connsiteY104" fmla="*/ 1519990 h 6858000"/>
              <a:gd name="connsiteX105" fmla="*/ 1206466 w 6099728"/>
              <a:gd name="connsiteY105" fmla="*/ 2286000 h 6858000"/>
              <a:gd name="connsiteX106" fmla="*/ 1117098 w 6099728"/>
              <a:gd name="connsiteY106" fmla="*/ 2286000 h 6858000"/>
              <a:gd name="connsiteX107" fmla="*/ 1117098 w 6099728"/>
              <a:gd name="connsiteY107" fmla="*/ 3052011 h 6858000"/>
              <a:gd name="connsiteX108" fmla="*/ 1027730 w 6099728"/>
              <a:gd name="connsiteY108" fmla="*/ 3052011 h 6858000"/>
              <a:gd name="connsiteX109" fmla="*/ 1027730 w 6099728"/>
              <a:gd name="connsiteY109" fmla="*/ 3818022 h 6858000"/>
              <a:gd name="connsiteX110" fmla="*/ 938363 w 6099728"/>
              <a:gd name="connsiteY110" fmla="*/ 3818022 h 6858000"/>
              <a:gd name="connsiteX111" fmla="*/ 938363 w 6099728"/>
              <a:gd name="connsiteY111" fmla="*/ 4584032 h 6858000"/>
              <a:gd name="connsiteX112" fmla="*/ 848995 w 6099728"/>
              <a:gd name="connsiteY112" fmla="*/ 4584032 h 6858000"/>
              <a:gd name="connsiteX113" fmla="*/ 848995 w 6099728"/>
              <a:gd name="connsiteY113" fmla="*/ 5350043 h 6858000"/>
              <a:gd name="connsiteX114" fmla="*/ 759627 w 6099728"/>
              <a:gd name="connsiteY114" fmla="*/ 5350043 h 6858000"/>
              <a:gd name="connsiteX115" fmla="*/ 759627 w 6099728"/>
              <a:gd name="connsiteY115" fmla="*/ 6116053 h 6858000"/>
              <a:gd name="connsiteX116" fmla="*/ 670259 w 6099728"/>
              <a:gd name="connsiteY116" fmla="*/ 6116053 h 6858000"/>
              <a:gd name="connsiteX117" fmla="*/ 670259 w 6099728"/>
              <a:gd name="connsiteY117" fmla="*/ 6849150 h 6858000"/>
              <a:gd name="connsiteX118" fmla="*/ 670259 w 6099728"/>
              <a:gd name="connsiteY118" fmla="*/ 6858000 h 6858000"/>
              <a:gd name="connsiteX119" fmla="*/ 472373 w 6099728"/>
              <a:gd name="connsiteY119" fmla="*/ 6858000 h 6858000"/>
              <a:gd name="connsiteX120" fmla="*/ 472373 w 6099728"/>
              <a:gd name="connsiteY120" fmla="*/ 6849150 h 6858000"/>
              <a:gd name="connsiteX121" fmla="*/ 472373 w 6099728"/>
              <a:gd name="connsiteY121" fmla="*/ 6116053 h 6858000"/>
              <a:gd name="connsiteX122" fmla="*/ 561741 w 6099728"/>
              <a:gd name="connsiteY122" fmla="*/ 6116053 h 6858000"/>
              <a:gd name="connsiteX123" fmla="*/ 561741 w 6099728"/>
              <a:gd name="connsiteY123" fmla="*/ 5350043 h 6858000"/>
              <a:gd name="connsiteX124" fmla="*/ 651109 w 6099728"/>
              <a:gd name="connsiteY124" fmla="*/ 5350043 h 6858000"/>
              <a:gd name="connsiteX125" fmla="*/ 651109 w 6099728"/>
              <a:gd name="connsiteY125" fmla="*/ 4584032 h 6858000"/>
              <a:gd name="connsiteX126" fmla="*/ 740477 w 6099728"/>
              <a:gd name="connsiteY126" fmla="*/ 4584032 h 6858000"/>
              <a:gd name="connsiteX127" fmla="*/ 740477 w 6099728"/>
              <a:gd name="connsiteY127" fmla="*/ 3818022 h 6858000"/>
              <a:gd name="connsiteX128" fmla="*/ 829845 w 6099728"/>
              <a:gd name="connsiteY128" fmla="*/ 3818022 h 6858000"/>
              <a:gd name="connsiteX129" fmla="*/ 829845 w 6099728"/>
              <a:gd name="connsiteY129" fmla="*/ 3052011 h 6858000"/>
              <a:gd name="connsiteX130" fmla="*/ 919212 w 6099728"/>
              <a:gd name="connsiteY130" fmla="*/ 3052011 h 6858000"/>
              <a:gd name="connsiteX131" fmla="*/ 919212 w 6099728"/>
              <a:gd name="connsiteY131" fmla="*/ 2286000 h 6858000"/>
              <a:gd name="connsiteX132" fmla="*/ 1008580 w 6099728"/>
              <a:gd name="connsiteY132" fmla="*/ 2286000 h 6858000"/>
              <a:gd name="connsiteX133" fmla="*/ 1008580 w 6099728"/>
              <a:gd name="connsiteY133" fmla="*/ 1519990 h 6858000"/>
              <a:gd name="connsiteX134" fmla="*/ 1097948 w 6099728"/>
              <a:gd name="connsiteY134" fmla="*/ 1519990 h 6858000"/>
              <a:gd name="connsiteX135" fmla="*/ 1097948 w 6099728"/>
              <a:gd name="connsiteY135" fmla="*/ 753979 h 6858000"/>
              <a:gd name="connsiteX136" fmla="*/ 1187316 w 6099728"/>
              <a:gd name="connsiteY136" fmla="*/ 753979 h 6858000"/>
              <a:gd name="connsiteX137" fmla="*/ 1187316 w 6099728"/>
              <a:gd name="connsiteY137" fmla="*/ 20884 h 6858000"/>
              <a:gd name="connsiteX138" fmla="*/ 714943 w 6099728"/>
              <a:gd name="connsiteY138" fmla="*/ 0 h 6858000"/>
              <a:gd name="connsiteX139" fmla="*/ 823461 w 6099728"/>
              <a:gd name="connsiteY139" fmla="*/ 0 h 6858000"/>
              <a:gd name="connsiteX140" fmla="*/ 823461 w 6099728"/>
              <a:gd name="connsiteY140" fmla="*/ 20884 h 6858000"/>
              <a:gd name="connsiteX141" fmla="*/ 823461 w 6099728"/>
              <a:gd name="connsiteY141" fmla="*/ 753979 h 6858000"/>
              <a:gd name="connsiteX142" fmla="*/ 734093 w 6099728"/>
              <a:gd name="connsiteY142" fmla="*/ 753979 h 6858000"/>
              <a:gd name="connsiteX143" fmla="*/ 734093 w 6099728"/>
              <a:gd name="connsiteY143" fmla="*/ 1519990 h 6858000"/>
              <a:gd name="connsiteX144" fmla="*/ 644725 w 6099728"/>
              <a:gd name="connsiteY144" fmla="*/ 1519990 h 6858000"/>
              <a:gd name="connsiteX145" fmla="*/ 644725 w 6099728"/>
              <a:gd name="connsiteY145" fmla="*/ 2286000 h 6858000"/>
              <a:gd name="connsiteX146" fmla="*/ 555358 w 6099728"/>
              <a:gd name="connsiteY146" fmla="*/ 2286000 h 6858000"/>
              <a:gd name="connsiteX147" fmla="*/ 555358 w 6099728"/>
              <a:gd name="connsiteY147" fmla="*/ 3052011 h 6858000"/>
              <a:gd name="connsiteX148" fmla="*/ 465990 w 6099728"/>
              <a:gd name="connsiteY148" fmla="*/ 3052011 h 6858000"/>
              <a:gd name="connsiteX149" fmla="*/ 465990 w 6099728"/>
              <a:gd name="connsiteY149" fmla="*/ 3818022 h 6858000"/>
              <a:gd name="connsiteX150" fmla="*/ 376622 w 6099728"/>
              <a:gd name="connsiteY150" fmla="*/ 3818022 h 6858000"/>
              <a:gd name="connsiteX151" fmla="*/ 376622 w 6099728"/>
              <a:gd name="connsiteY151" fmla="*/ 4584032 h 6858000"/>
              <a:gd name="connsiteX152" fmla="*/ 287254 w 6099728"/>
              <a:gd name="connsiteY152" fmla="*/ 4584032 h 6858000"/>
              <a:gd name="connsiteX153" fmla="*/ 287254 w 6099728"/>
              <a:gd name="connsiteY153" fmla="*/ 5350043 h 6858000"/>
              <a:gd name="connsiteX154" fmla="*/ 197886 w 6099728"/>
              <a:gd name="connsiteY154" fmla="*/ 5350043 h 6858000"/>
              <a:gd name="connsiteX155" fmla="*/ 197886 w 6099728"/>
              <a:gd name="connsiteY155" fmla="*/ 6116053 h 6858000"/>
              <a:gd name="connsiteX156" fmla="*/ 108518 w 6099728"/>
              <a:gd name="connsiteY156" fmla="*/ 6116053 h 6858000"/>
              <a:gd name="connsiteX157" fmla="*/ 108518 w 6099728"/>
              <a:gd name="connsiteY157" fmla="*/ 6849150 h 6858000"/>
              <a:gd name="connsiteX158" fmla="*/ 108518 w 6099728"/>
              <a:gd name="connsiteY158" fmla="*/ 6858000 h 6858000"/>
              <a:gd name="connsiteX159" fmla="*/ 0 w 6099728"/>
              <a:gd name="connsiteY159" fmla="*/ 6858000 h 6858000"/>
              <a:gd name="connsiteX160" fmla="*/ 0 w 6099728"/>
              <a:gd name="connsiteY160" fmla="*/ 6849150 h 6858000"/>
              <a:gd name="connsiteX161" fmla="*/ 0 w 6099728"/>
              <a:gd name="connsiteY161" fmla="*/ 6116053 h 6858000"/>
              <a:gd name="connsiteX162" fmla="*/ 89368 w 6099728"/>
              <a:gd name="connsiteY162" fmla="*/ 6116053 h 6858000"/>
              <a:gd name="connsiteX163" fmla="*/ 89368 w 6099728"/>
              <a:gd name="connsiteY163" fmla="*/ 5350043 h 6858000"/>
              <a:gd name="connsiteX164" fmla="*/ 178736 w 6099728"/>
              <a:gd name="connsiteY164" fmla="*/ 5350043 h 6858000"/>
              <a:gd name="connsiteX165" fmla="*/ 178736 w 6099728"/>
              <a:gd name="connsiteY165" fmla="*/ 4584032 h 6858000"/>
              <a:gd name="connsiteX166" fmla="*/ 268104 w 6099728"/>
              <a:gd name="connsiteY166" fmla="*/ 4584032 h 6858000"/>
              <a:gd name="connsiteX167" fmla="*/ 268104 w 6099728"/>
              <a:gd name="connsiteY167" fmla="*/ 3818022 h 6858000"/>
              <a:gd name="connsiteX168" fmla="*/ 357472 w 6099728"/>
              <a:gd name="connsiteY168" fmla="*/ 3818022 h 6858000"/>
              <a:gd name="connsiteX169" fmla="*/ 357472 w 6099728"/>
              <a:gd name="connsiteY169" fmla="*/ 3052011 h 6858000"/>
              <a:gd name="connsiteX170" fmla="*/ 446839 w 6099728"/>
              <a:gd name="connsiteY170" fmla="*/ 3052011 h 6858000"/>
              <a:gd name="connsiteX171" fmla="*/ 446839 w 6099728"/>
              <a:gd name="connsiteY171" fmla="*/ 2286000 h 6858000"/>
              <a:gd name="connsiteX172" fmla="*/ 536207 w 6099728"/>
              <a:gd name="connsiteY172" fmla="*/ 2286000 h 6858000"/>
              <a:gd name="connsiteX173" fmla="*/ 536207 w 6099728"/>
              <a:gd name="connsiteY173" fmla="*/ 1519990 h 6858000"/>
              <a:gd name="connsiteX174" fmla="*/ 625575 w 6099728"/>
              <a:gd name="connsiteY174" fmla="*/ 1519990 h 6858000"/>
              <a:gd name="connsiteX175" fmla="*/ 625575 w 6099728"/>
              <a:gd name="connsiteY175" fmla="*/ 753979 h 6858000"/>
              <a:gd name="connsiteX176" fmla="*/ 714943 w 6099728"/>
              <a:gd name="connsiteY176" fmla="*/ 753979 h 6858000"/>
              <a:gd name="connsiteX177" fmla="*/ 714943 w 6099728"/>
              <a:gd name="connsiteY177" fmla="*/ 2088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</a:cxnLst>
            <a:rect l="l" t="t" r="r" b="b"/>
            <a:pathLst>
              <a:path w="6099728" h="6858000">
                <a:moveTo>
                  <a:pt x="2610818" y="0"/>
                </a:moveTo>
                <a:lnTo>
                  <a:pt x="6099728" y="0"/>
                </a:lnTo>
                <a:lnTo>
                  <a:pt x="6099728" y="6858000"/>
                </a:lnTo>
                <a:lnTo>
                  <a:pt x="1895875" y="6858000"/>
                </a:lnTo>
                <a:lnTo>
                  <a:pt x="1895875" y="6116053"/>
                </a:lnTo>
                <a:lnTo>
                  <a:pt x="1985243" y="6116053"/>
                </a:lnTo>
                <a:cubicBezTo>
                  <a:pt x="1985243" y="6116053"/>
                  <a:pt x="1985243" y="5350043"/>
                  <a:pt x="1985243" y="5350043"/>
                </a:cubicBezTo>
                <a:lnTo>
                  <a:pt x="2074611" y="5350043"/>
                </a:lnTo>
                <a:cubicBezTo>
                  <a:pt x="2074611" y="5350043"/>
                  <a:pt x="2074611" y="4584032"/>
                  <a:pt x="2074611" y="4584032"/>
                </a:cubicBezTo>
                <a:lnTo>
                  <a:pt x="2163979" y="4584032"/>
                </a:lnTo>
                <a:cubicBezTo>
                  <a:pt x="2163979" y="4584032"/>
                  <a:pt x="2163979" y="3818022"/>
                  <a:pt x="2163979" y="3818022"/>
                </a:cubicBezTo>
                <a:lnTo>
                  <a:pt x="2253347" y="3818022"/>
                </a:lnTo>
                <a:cubicBezTo>
                  <a:pt x="2253347" y="3818022"/>
                  <a:pt x="2253347" y="3052011"/>
                  <a:pt x="2253347" y="3052011"/>
                </a:cubicBezTo>
                <a:lnTo>
                  <a:pt x="2342714" y="3052011"/>
                </a:lnTo>
                <a:cubicBezTo>
                  <a:pt x="2342714" y="3052011"/>
                  <a:pt x="2342714" y="2286000"/>
                  <a:pt x="2342714" y="2286000"/>
                </a:cubicBezTo>
                <a:lnTo>
                  <a:pt x="2432082" y="2286000"/>
                </a:lnTo>
                <a:cubicBezTo>
                  <a:pt x="2432082" y="2286000"/>
                  <a:pt x="2432082" y="1519990"/>
                  <a:pt x="2432082" y="1519990"/>
                </a:cubicBezTo>
                <a:lnTo>
                  <a:pt x="2521450" y="1519990"/>
                </a:lnTo>
                <a:cubicBezTo>
                  <a:pt x="2521450" y="1519990"/>
                  <a:pt x="2521450" y="753979"/>
                  <a:pt x="2521450" y="753979"/>
                </a:cubicBezTo>
                <a:cubicBezTo>
                  <a:pt x="2521450" y="753979"/>
                  <a:pt x="2610818" y="753979"/>
                  <a:pt x="2610818" y="753979"/>
                </a:cubicBezTo>
                <a:close/>
                <a:moveTo>
                  <a:pt x="2138445" y="0"/>
                </a:moveTo>
                <a:lnTo>
                  <a:pt x="2521450" y="0"/>
                </a:lnTo>
                <a:lnTo>
                  <a:pt x="2521450" y="753979"/>
                </a:lnTo>
                <a:lnTo>
                  <a:pt x="2432082" y="753979"/>
                </a:lnTo>
                <a:cubicBezTo>
                  <a:pt x="2432082" y="753979"/>
                  <a:pt x="2432082" y="1519990"/>
                  <a:pt x="2432082" y="1519990"/>
                </a:cubicBezTo>
                <a:lnTo>
                  <a:pt x="2342714" y="1519990"/>
                </a:lnTo>
                <a:cubicBezTo>
                  <a:pt x="2342714" y="1519990"/>
                  <a:pt x="2342714" y="2286000"/>
                  <a:pt x="2342714" y="2286000"/>
                </a:cubicBezTo>
                <a:lnTo>
                  <a:pt x="2253347" y="2286000"/>
                </a:lnTo>
                <a:cubicBezTo>
                  <a:pt x="2253347" y="2286000"/>
                  <a:pt x="2253347" y="3052011"/>
                  <a:pt x="2253347" y="3052011"/>
                </a:cubicBezTo>
                <a:lnTo>
                  <a:pt x="2163979" y="3052011"/>
                </a:lnTo>
                <a:cubicBezTo>
                  <a:pt x="2163979" y="3052011"/>
                  <a:pt x="2163979" y="3818022"/>
                  <a:pt x="2163979" y="3818022"/>
                </a:cubicBezTo>
                <a:lnTo>
                  <a:pt x="2074611" y="3818022"/>
                </a:lnTo>
                <a:cubicBezTo>
                  <a:pt x="2074611" y="3818022"/>
                  <a:pt x="2074611" y="4584032"/>
                  <a:pt x="2074611" y="4584032"/>
                </a:cubicBezTo>
                <a:lnTo>
                  <a:pt x="1985243" y="4584032"/>
                </a:lnTo>
                <a:cubicBezTo>
                  <a:pt x="1985243" y="4584032"/>
                  <a:pt x="1985243" y="5350043"/>
                  <a:pt x="1985243" y="5350043"/>
                </a:cubicBezTo>
                <a:lnTo>
                  <a:pt x="1895875" y="5350043"/>
                </a:lnTo>
                <a:cubicBezTo>
                  <a:pt x="1895875" y="5350043"/>
                  <a:pt x="1895875" y="6116053"/>
                  <a:pt x="1895875" y="6116053"/>
                </a:cubicBezTo>
                <a:lnTo>
                  <a:pt x="1806507" y="6116053"/>
                </a:lnTo>
                <a:lnTo>
                  <a:pt x="1806507" y="6858000"/>
                </a:lnTo>
                <a:lnTo>
                  <a:pt x="1423502" y="6858000"/>
                </a:lnTo>
                <a:lnTo>
                  <a:pt x="1423502" y="6849150"/>
                </a:lnTo>
                <a:cubicBezTo>
                  <a:pt x="1423502" y="6702530"/>
                  <a:pt x="1423502" y="6116053"/>
                  <a:pt x="1423502" y="6116053"/>
                </a:cubicBezTo>
                <a:lnTo>
                  <a:pt x="1512870" y="6116053"/>
                </a:lnTo>
                <a:cubicBezTo>
                  <a:pt x="1512870" y="6116053"/>
                  <a:pt x="1512870" y="5350043"/>
                  <a:pt x="1512870" y="5350043"/>
                </a:cubicBezTo>
                <a:lnTo>
                  <a:pt x="1602238" y="5350043"/>
                </a:lnTo>
                <a:cubicBezTo>
                  <a:pt x="1602238" y="5350043"/>
                  <a:pt x="1602238" y="4584032"/>
                  <a:pt x="1602238" y="4584032"/>
                </a:cubicBezTo>
                <a:lnTo>
                  <a:pt x="1691606" y="4584032"/>
                </a:lnTo>
                <a:cubicBezTo>
                  <a:pt x="1691606" y="4584032"/>
                  <a:pt x="1691606" y="3818022"/>
                  <a:pt x="1691606" y="3818022"/>
                </a:cubicBezTo>
                <a:lnTo>
                  <a:pt x="1780974" y="3818022"/>
                </a:lnTo>
                <a:cubicBezTo>
                  <a:pt x="1780974" y="3818022"/>
                  <a:pt x="1780974" y="3052011"/>
                  <a:pt x="1780974" y="3052011"/>
                </a:cubicBezTo>
                <a:lnTo>
                  <a:pt x="1870342" y="3052011"/>
                </a:lnTo>
                <a:cubicBezTo>
                  <a:pt x="1870342" y="3052011"/>
                  <a:pt x="1870342" y="2286000"/>
                  <a:pt x="1870342" y="2286000"/>
                </a:cubicBezTo>
                <a:lnTo>
                  <a:pt x="1959709" y="2286000"/>
                </a:lnTo>
                <a:cubicBezTo>
                  <a:pt x="1959709" y="2286000"/>
                  <a:pt x="1959709" y="1519990"/>
                  <a:pt x="1959709" y="1519990"/>
                </a:cubicBezTo>
                <a:lnTo>
                  <a:pt x="2049077" y="1519990"/>
                </a:lnTo>
                <a:cubicBezTo>
                  <a:pt x="2049077" y="1519990"/>
                  <a:pt x="2049077" y="753979"/>
                  <a:pt x="2049077" y="753979"/>
                </a:cubicBezTo>
                <a:lnTo>
                  <a:pt x="2138445" y="753979"/>
                </a:lnTo>
                <a:cubicBezTo>
                  <a:pt x="2138445" y="753979"/>
                  <a:pt x="2138445" y="167503"/>
                  <a:pt x="2138445" y="20884"/>
                </a:cubicBezTo>
                <a:close/>
                <a:moveTo>
                  <a:pt x="1659689" y="0"/>
                </a:moveTo>
                <a:lnTo>
                  <a:pt x="1959709" y="0"/>
                </a:lnTo>
                <a:lnTo>
                  <a:pt x="1959709" y="20884"/>
                </a:lnTo>
                <a:cubicBezTo>
                  <a:pt x="1959709" y="167503"/>
                  <a:pt x="1959709" y="753979"/>
                  <a:pt x="1959709" y="753979"/>
                </a:cubicBezTo>
                <a:lnTo>
                  <a:pt x="1870342" y="753979"/>
                </a:lnTo>
                <a:cubicBezTo>
                  <a:pt x="1870342" y="753979"/>
                  <a:pt x="1870342" y="1519990"/>
                  <a:pt x="1870342" y="1519990"/>
                </a:cubicBezTo>
                <a:lnTo>
                  <a:pt x="1780974" y="1519990"/>
                </a:lnTo>
                <a:cubicBezTo>
                  <a:pt x="1780974" y="1519990"/>
                  <a:pt x="1780974" y="2286000"/>
                  <a:pt x="1780974" y="2286000"/>
                </a:cubicBezTo>
                <a:lnTo>
                  <a:pt x="1691606" y="2286000"/>
                </a:lnTo>
                <a:cubicBezTo>
                  <a:pt x="1691606" y="2286000"/>
                  <a:pt x="1691606" y="3052011"/>
                  <a:pt x="1691606" y="3052011"/>
                </a:cubicBezTo>
                <a:lnTo>
                  <a:pt x="1602238" y="3052011"/>
                </a:lnTo>
                <a:cubicBezTo>
                  <a:pt x="1602238" y="3052011"/>
                  <a:pt x="1602238" y="3818022"/>
                  <a:pt x="1602238" y="3818022"/>
                </a:cubicBezTo>
                <a:lnTo>
                  <a:pt x="1512870" y="3818022"/>
                </a:lnTo>
                <a:cubicBezTo>
                  <a:pt x="1512870" y="3818022"/>
                  <a:pt x="1512870" y="4584032"/>
                  <a:pt x="1512870" y="4584032"/>
                </a:cubicBezTo>
                <a:lnTo>
                  <a:pt x="1423502" y="4584032"/>
                </a:lnTo>
                <a:cubicBezTo>
                  <a:pt x="1423502" y="4584032"/>
                  <a:pt x="1423502" y="5350043"/>
                  <a:pt x="1423502" y="5350043"/>
                </a:cubicBezTo>
                <a:lnTo>
                  <a:pt x="1334134" y="5350043"/>
                </a:lnTo>
                <a:cubicBezTo>
                  <a:pt x="1334134" y="5350043"/>
                  <a:pt x="1334134" y="6116053"/>
                  <a:pt x="1334134" y="6116053"/>
                </a:cubicBezTo>
                <a:lnTo>
                  <a:pt x="1244767" y="6116053"/>
                </a:lnTo>
                <a:cubicBezTo>
                  <a:pt x="1244767" y="6116053"/>
                  <a:pt x="1244767" y="6702530"/>
                  <a:pt x="1244767" y="6849150"/>
                </a:cubicBezTo>
                <a:lnTo>
                  <a:pt x="1244767" y="6858000"/>
                </a:lnTo>
                <a:lnTo>
                  <a:pt x="944746" y="6858000"/>
                </a:lnTo>
                <a:lnTo>
                  <a:pt x="944746" y="6849150"/>
                </a:lnTo>
                <a:cubicBezTo>
                  <a:pt x="944746" y="6702530"/>
                  <a:pt x="944746" y="6116053"/>
                  <a:pt x="944746" y="6116053"/>
                </a:cubicBezTo>
                <a:lnTo>
                  <a:pt x="1034114" y="6116053"/>
                </a:lnTo>
                <a:cubicBezTo>
                  <a:pt x="1034114" y="6116053"/>
                  <a:pt x="1034114" y="5350043"/>
                  <a:pt x="1034114" y="5350043"/>
                </a:cubicBezTo>
                <a:lnTo>
                  <a:pt x="1123482" y="5350043"/>
                </a:lnTo>
                <a:cubicBezTo>
                  <a:pt x="1123482" y="5350043"/>
                  <a:pt x="1123482" y="4584032"/>
                  <a:pt x="1123482" y="4584032"/>
                </a:cubicBezTo>
                <a:lnTo>
                  <a:pt x="1212850" y="4584032"/>
                </a:lnTo>
                <a:cubicBezTo>
                  <a:pt x="1212850" y="4584032"/>
                  <a:pt x="1212850" y="3818022"/>
                  <a:pt x="1212850" y="3818022"/>
                </a:cubicBezTo>
                <a:lnTo>
                  <a:pt x="1302217" y="3818022"/>
                </a:lnTo>
                <a:cubicBezTo>
                  <a:pt x="1302217" y="3818022"/>
                  <a:pt x="1302217" y="3052011"/>
                  <a:pt x="1302217" y="3052011"/>
                </a:cubicBezTo>
                <a:lnTo>
                  <a:pt x="1391585" y="3052011"/>
                </a:lnTo>
                <a:cubicBezTo>
                  <a:pt x="1391585" y="3052011"/>
                  <a:pt x="1391585" y="2286000"/>
                  <a:pt x="1391585" y="2286000"/>
                </a:cubicBezTo>
                <a:lnTo>
                  <a:pt x="1480953" y="2286000"/>
                </a:lnTo>
                <a:cubicBezTo>
                  <a:pt x="1480953" y="2286000"/>
                  <a:pt x="1480953" y="1519990"/>
                  <a:pt x="1480953" y="1519990"/>
                </a:cubicBezTo>
                <a:lnTo>
                  <a:pt x="1570321" y="1519990"/>
                </a:lnTo>
                <a:cubicBezTo>
                  <a:pt x="1570321" y="1519990"/>
                  <a:pt x="1570321" y="753979"/>
                  <a:pt x="1570321" y="753979"/>
                </a:cubicBezTo>
                <a:lnTo>
                  <a:pt x="1659689" y="753979"/>
                </a:lnTo>
                <a:cubicBezTo>
                  <a:pt x="1659689" y="753979"/>
                  <a:pt x="1659689" y="167503"/>
                  <a:pt x="1659689" y="20884"/>
                </a:cubicBezTo>
                <a:close/>
                <a:moveTo>
                  <a:pt x="1187316" y="0"/>
                </a:moveTo>
                <a:lnTo>
                  <a:pt x="1385202" y="0"/>
                </a:lnTo>
                <a:lnTo>
                  <a:pt x="1385202" y="20884"/>
                </a:lnTo>
                <a:cubicBezTo>
                  <a:pt x="1385202" y="167503"/>
                  <a:pt x="1385202" y="753979"/>
                  <a:pt x="1385202" y="753979"/>
                </a:cubicBezTo>
                <a:lnTo>
                  <a:pt x="1295834" y="753979"/>
                </a:lnTo>
                <a:cubicBezTo>
                  <a:pt x="1295834" y="753979"/>
                  <a:pt x="1295834" y="1519990"/>
                  <a:pt x="1295834" y="1519990"/>
                </a:cubicBezTo>
                <a:lnTo>
                  <a:pt x="1206466" y="1519990"/>
                </a:lnTo>
                <a:cubicBezTo>
                  <a:pt x="1206466" y="1519990"/>
                  <a:pt x="1206466" y="2286000"/>
                  <a:pt x="1206466" y="2286000"/>
                </a:cubicBezTo>
                <a:lnTo>
                  <a:pt x="1117098" y="2286000"/>
                </a:lnTo>
                <a:cubicBezTo>
                  <a:pt x="1117098" y="2286000"/>
                  <a:pt x="1117098" y="3052011"/>
                  <a:pt x="1117098" y="3052011"/>
                </a:cubicBezTo>
                <a:lnTo>
                  <a:pt x="1027730" y="3052011"/>
                </a:lnTo>
                <a:cubicBezTo>
                  <a:pt x="1027730" y="3052011"/>
                  <a:pt x="1027730" y="3818022"/>
                  <a:pt x="1027730" y="3818022"/>
                </a:cubicBezTo>
                <a:lnTo>
                  <a:pt x="938363" y="3818022"/>
                </a:lnTo>
                <a:cubicBezTo>
                  <a:pt x="938363" y="3818022"/>
                  <a:pt x="938363" y="4584032"/>
                  <a:pt x="938363" y="4584032"/>
                </a:cubicBezTo>
                <a:lnTo>
                  <a:pt x="848995" y="4584032"/>
                </a:lnTo>
                <a:cubicBezTo>
                  <a:pt x="848995" y="4584032"/>
                  <a:pt x="848995" y="5350043"/>
                  <a:pt x="848995" y="5350043"/>
                </a:cubicBezTo>
                <a:lnTo>
                  <a:pt x="759627" y="5350043"/>
                </a:lnTo>
                <a:cubicBezTo>
                  <a:pt x="759627" y="5350043"/>
                  <a:pt x="759627" y="6116053"/>
                  <a:pt x="759627" y="6116053"/>
                </a:cubicBezTo>
                <a:lnTo>
                  <a:pt x="670259" y="6116053"/>
                </a:lnTo>
                <a:cubicBezTo>
                  <a:pt x="670259" y="6116053"/>
                  <a:pt x="670259" y="6702530"/>
                  <a:pt x="670259" y="6849150"/>
                </a:cubicBezTo>
                <a:lnTo>
                  <a:pt x="670259" y="6858000"/>
                </a:lnTo>
                <a:lnTo>
                  <a:pt x="472373" y="6858000"/>
                </a:lnTo>
                <a:lnTo>
                  <a:pt x="472373" y="6849150"/>
                </a:lnTo>
                <a:cubicBezTo>
                  <a:pt x="472373" y="6702530"/>
                  <a:pt x="472373" y="6116053"/>
                  <a:pt x="472373" y="6116053"/>
                </a:cubicBezTo>
                <a:lnTo>
                  <a:pt x="561741" y="6116053"/>
                </a:lnTo>
                <a:cubicBezTo>
                  <a:pt x="561741" y="6116053"/>
                  <a:pt x="561741" y="5350043"/>
                  <a:pt x="561741" y="5350043"/>
                </a:cubicBezTo>
                <a:lnTo>
                  <a:pt x="651109" y="5350043"/>
                </a:lnTo>
                <a:cubicBezTo>
                  <a:pt x="651109" y="5350043"/>
                  <a:pt x="651109" y="4584032"/>
                  <a:pt x="651109" y="4584032"/>
                </a:cubicBezTo>
                <a:lnTo>
                  <a:pt x="740477" y="4584032"/>
                </a:lnTo>
                <a:cubicBezTo>
                  <a:pt x="740477" y="4584032"/>
                  <a:pt x="740477" y="3818022"/>
                  <a:pt x="740477" y="3818022"/>
                </a:cubicBezTo>
                <a:lnTo>
                  <a:pt x="829845" y="3818022"/>
                </a:lnTo>
                <a:cubicBezTo>
                  <a:pt x="829845" y="3818022"/>
                  <a:pt x="829845" y="3052011"/>
                  <a:pt x="829845" y="3052011"/>
                </a:cubicBezTo>
                <a:lnTo>
                  <a:pt x="919212" y="3052011"/>
                </a:lnTo>
                <a:cubicBezTo>
                  <a:pt x="919212" y="3052011"/>
                  <a:pt x="919212" y="2286000"/>
                  <a:pt x="919212" y="2286000"/>
                </a:cubicBezTo>
                <a:lnTo>
                  <a:pt x="1008580" y="2286000"/>
                </a:lnTo>
                <a:cubicBezTo>
                  <a:pt x="1008580" y="2286000"/>
                  <a:pt x="1008580" y="1519990"/>
                  <a:pt x="1008580" y="1519990"/>
                </a:cubicBezTo>
                <a:lnTo>
                  <a:pt x="1097948" y="1519990"/>
                </a:lnTo>
                <a:cubicBezTo>
                  <a:pt x="1097948" y="1519990"/>
                  <a:pt x="1097948" y="753979"/>
                  <a:pt x="1097948" y="753979"/>
                </a:cubicBezTo>
                <a:lnTo>
                  <a:pt x="1187316" y="753979"/>
                </a:lnTo>
                <a:cubicBezTo>
                  <a:pt x="1187316" y="753979"/>
                  <a:pt x="1187316" y="167503"/>
                  <a:pt x="1187316" y="20884"/>
                </a:cubicBezTo>
                <a:close/>
                <a:moveTo>
                  <a:pt x="714943" y="0"/>
                </a:moveTo>
                <a:lnTo>
                  <a:pt x="823461" y="0"/>
                </a:lnTo>
                <a:lnTo>
                  <a:pt x="823461" y="20884"/>
                </a:lnTo>
                <a:cubicBezTo>
                  <a:pt x="823461" y="167503"/>
                  <a:pt x="823461" y="753979"/>
                  <a:pt x="823461" y="753979"/>
                </a:cubicBezTo>
                <a:lnTo>
                  <a:pt x="734093" y="753979"/>
                </a:lnTo>
                <a:cubicBezTo>
                  <a:pt x="734093" y="753979"/>
                  <a:pt x="734093" y="1519990"/>
                  <a:pt x="734093" y="1519990"/>
                </a:cubicBezTo>
                <a:lnTo>
                  <a:pt x="644725" y="1519990"/>
                </a:lnTo>
                <a:cubicBezTo>
                  <a:pt x="644725" y="1519990"/>
                  <a:pt x="644725" y="2286000"/>
                  <a:pt x="644725" y="2286000"/>
                </a:cubicBezTo>
                <a:lnTo>
                  <a:pt x="555358" y="2286000"/>
                </a:lnTo>
                <a:cubicBezTo>
                  <a:pt x="555358" y="2286000"/>
                  <a:pt x="555358" y="3052011"/>
                  <a:pt x="555358" y="3052011"/>
                </a:cubicBezTo>
                <a:lnTo>
                  <a:pt x="465990" y="3052011"/>
                </a:lnTo>
                <a:cubicBezTo>
                  <a:pt x="465990" y="3052011"/>
                  <a:pt x="465990" y="3818022"/>
                  <a:pt x="465990" y="3818022"/>
                </a:cubicBezTo>
                <a:lnTo>
                  <a:pt x="376622" y="3818022"/>
                </a:lnTo>
                <a:cubicBezTo>
                  <a:pt x="376622" y="3818022"/>
                  <a:pt x="376622" y="4584032"/>
                  <a:pt x="376622" y="4584032"/>
                </a:cubicBezTo>
                <a:lnTo>
                  <a:pt x="287254" y="4584032"/>
                </a:lnTo>
                <a:cubicBezTo>
                  <a:pt x="287254" y="4584032"/>
                  <a:pt x="287254" y="5350043"/>
                  <a:pt x="287254" y="5350043"/>
                </a:cubicBezTo>
                <a:lnTo>
                  <a:pt x="197886" y="5350043"/>
                </a:lnTo>
                <a:cubicBezTo>
                  <a:pt x="197886" y="5350043"/>
                  <a:pt x="197886" y="6116053"/>
                  <a:pt x="197886" y="6116053"/>
                </a:cubicBezTo>
                <a:lnTo>
                  <a:pt x="108518" y="6116053"/>
                </a:lnTo>
                <a:cubicBezTo>
                  <a:pt x="108518" y="6116053"/>
                  <a:pt x="108518" y="6702530"/>
                  <a:pt x="108518" y="6849150"/>
                </a:cubicBezTo>
                <a:lnTo>
                  <a:pt x="108518" y="6858000"/>
                </a:lnTo>
                <a:lnTo>
                  <a:pt x="0" y="6858000"/>
                </a:lnTo>
                <a:lnTo>
                  <a:pt x="0" y="6849150"/>
                </a:lnTo>
                <a:cubicBezTo>
                  <a:pt x="0" y="6702530"/>
                  <a:pt x="0" y="6116053"/>
                  <a:pt x="0" y="6116053"/>
                </a:cubicBezTo>
                <a:lnTo>
                  <a:pt x="89368" y="6116053"/>
                </a:lnTo>
                <a:cubicBezTo>
                  <a:pt x="89368" y="6116053"/>
                  <a:pt x="89368" y="5350043"/>
                  <a:pt x="89368" y="5350043"/>
                </a:cubicBezTo>
                <a:lnTo>
                  <a:pt x="178736" y="5350043"/>
                </a:lnTo>
                <a:cubicBezTo>
                  <a:pt x="178736" y="5350043"/>
                  <a:pt x="178736" y="4584032"/>
                  <a:pt x="178736" y="4584032"/>
                </a:cubicBezTo>
                <a:lnTo>
                  <a:pt x="268104" y="4584032"/>
                </a:lnTo>
                <a:cubicBezTo>
                  <a:pt x="268104" y="4584032"/>
                  <a:pt x="268104" y="3818022"/>
                  <a:pt x="268104" y="3818022"/>
                </a:cubicBezTo>
                <a:lnTo>
                  <a:pt x="357472" y="3818022"/>
                </a:lnTo>
                <a:cubicBezTo>
                  <a:pt x="357472" y="3818022"/>
                  <a:pt x="357472" y="3052011"/>
                  <a:pt x="357472" y="3052011"/>
                </a:cubicBezTo>
                <a:lnTo>
                  <a:pt x="446839" y="3052011"/>
                </a:lnTo>
                <a:cubicBezTo>
                  <a:pt x="446839" y="3052011"/>
                  <a:pt x="446839" y="2286000"/>
                  <a:pt x="446839" y="2286000"/>
                </a:cubicBezTo>
                <a:lnTo>
                  <a:pt x="536207" y="2286000"/>
                </a:lnTo>
                <a:cubicBezTo>
                  <a:pt x="536207" y="2286000"/>
                  <a:pt x="536207" y="1519990"/>
                  <a:pt x="536207" y="1519990"/>
                </a:cubicBezTo>
                <a:lnTo>
                  <a:pt x="625575" y="1519990"/>
                </a:lnTo>
                <a:cubicBezTo>
                  <a:pt x="625575" y="1519990"/>
                  <a:pt x="625575" y="753979"/>
                  <a:pt x="625575" y="753979"/>
                </a:cubicBezTo>
                <a:lnTo>
                  <a:pt x="714943" y="753979"/>
                </a:lnTo>
                <a:cubicBezTo>
                  <a:pt x="714943" y="753979"/>
                  <a:pt x="714943" y="167503"/>
                  <a:pt x="714943" y="20884"/>
                </a:cubicBezTo>
                <a:close/>
              </a:path>
            </a:pathLst>
          </a:custGeom>
          <a:noFill/>
        </p:spPr>
        <p:txBody>
          <a:bodyPr wrap="square" bIns="864000" anchor="ctr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1" name="Fußzeilenplatzhalter 4">
            <a:extLst>
              <a:ext uri="{FF2B5EF4-FFF2-40B4-BE49-F238E27FC236}">
                <a16:creationId xmlns:a16="http://schemas.microsoft.com/office/drawing/2014/main" id="{C940FAEA-3B2F-6191-ABB6-8D4D40B0A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623872" y="6525360"/>
            <a:ext cx="5184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EBBF7F25-DEE3-0131-6327-0A03312531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4608" y="6525360"/>
            <a:ext cx="23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rgbClr val="FFFFFF"/>
                </a:solidFill>
              </a:defRPr>
            </a:lvl1pPr>
          </a:lstStyle>
          <a:p>
            <a:r>
              <a:rPr lang="de-DE"/>
              <a:t>© 2026 BlackBerry Limited.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196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4" pos="3659" userDrawn="1">
          <p15:clr>
            <a:srgbClr val="5ACBF0"/>
          </p15:clr>
        </p15:guide>
        <p15:guide id="5" orient="horz" pos="2886" userDrawn="1">
          <p15:clr>
            <a:srgbClr val="5ACBF0"/>
          </p15:clr>
        </p15:guide>
        <p15:guide id="6" pos="7287" userDrawn="1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Picture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CA29BE15-3256-F8A5-CEDE-C91B75C47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</p:spPr>
        <p:txBody>
          <a:bodyPr bIns="504000"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+mn-lt"/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+mn-lt"/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+mn-lt"/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+mn-lt"/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+mn-lt"/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+mn-lt"/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+mn-lt"/>
              </a:defRPr>
            </a:lvl7pPr>
            <a:lvl8pPr marL="0" indent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+mn-lt"/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+mn-lt"/>
              </a:defRPr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41048E7F-D798-9B2F-8A33-42EB350685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888" y="2132832"/>
            <a:ext cx="5184000" cy="144000"/>
          </a:xfr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Name | Job title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7FFAAFFD-F887-74D0-66D2-DEF991B514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623393" y="2493048"/>
            <a:ext cx="6912470" cy="1224000"/>
          </a:xfrm>
        </p:spPr>
        <p:txBody>
          <a:bodyPr anchor="t"/>
          <a:lstStyle>
            <a:lvl1pPr algn="l">
              <a:defRPr sz="4000" b="0" i="0">
                <a:solidFill>
                  <a:schemeClr val="bg1"/>
                </a:solidFill>
                <a:latin typeface="Onest Medium" pitchFamily="2" charset="0"/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6" name="Untertitel 2">
            <a:extLst>
              <a:ext uri="{FF2B5EF4-FFF2-40B4-BE49-F238E27FC236}">
                <a16:creationId xmlns:a16="http://schemas.microsoft.com/office/drawing/2014/main" id="{2E9B28D7-605E-AC79-8342-665B340033C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23393" y="3861128"/>
            <a:ext cx="5184000" cy="720000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  <a:latin typeface="Onest Medium" pitchFamily="2" charset="0"/>
              </a:defRPr>
            </a:lvl1pPr>
            <a:lvl2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2pPr>
            <a:lvl3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3pPr>
            <a:lvl4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4pPr>
            <a:lvl5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5pPr>
            <a:lvl6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6pPr>
            <a:lvl7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7pPr>
            <a:lvl8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8pPr>
            <a:lvl9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9pPr>
          </a:lstStyle>
          <a:p>
            <a:r>
              <a:rPr lang="en-GB"/>
              <a:t>Optional subtitle, use list level 2 to add a date</a:t>
            </a:r>
          </a:p>
          <a:p>
            <a:pPr lvl="1"/>
            <a:r>
              <a:rPr lang="en-GB"/>
              <a:t>Date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8AA6BAAB-FB7A-2FBE-510F-B76D02B4F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3392" y="620689"/>
            <a:ext cx="1080000" cy="37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w="0">
            <a:solidFill>
              <a:schemeClr val="tx2">
                <a:alpha val="0"/>
              </a:schemeClr>
            </a:solidFill>
          </a:ln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9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24B342-7000-F337-AFA1-9151C7FF7E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2" name="Callout: Line 1">
            <a:extLst>
              <a:ext uri="{FF2B5EF4-FFF2-40B4-BE49-F238E27FC236}">
                <a16:creationId xmlns:a16="http://schemas.microsoft.com/office/drawing/2014/main" id="{27FF72FB-FAEC-99C2-2194-2B5F63518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12432704" y="1628800"/>
            <a:ext cx="1512168" cy="720080"/>
          </a:xfrm>
          <a:prstGeom prst="borderCallout1">
            <a:avLst>
              <a:gd name="adj1" fmla="val 51313"/>
              <a:gd name="adj2" fmla="val 121"/>
              <a:gd name="adj3" fmla="val 51376"/>
              <a:gd name="adj4" fmla="val -15078"/>
            </a:avLst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sz="1000" noProof="0">
                <a:solidFill>
                  <a:schemeClr val="bg1"/>
                </a:solidFill>
              </a:rPr>
              <a:t>Adjust transparency of the picture to ensure readability.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7E161A-D4C0-A4C6-91D2-EC09DE9E66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4608" y="6525360"/>
            <a:ext cx="23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rgbClr val="FFFFFF"/>
                </a:solidFill>
              </a:defRPr>
            </a:lvl1pPr>
          </a:lstStyle>
          <a:p>
            <a:r>
              <a:rPr lang="de-DE"/>
              <a:t>© 2026 BlackBerry Limited.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1481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4747" userDrawn="1">
          <p15:clr>
            <a:srgbClr val="5ACBF0"/>
          </p15:clr>
        </p15:guide>
        <p15:guide id="4" orient="horz" pos="2886" userDrawn="1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Picture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0" y="0"/>
            <a:ext cx="12191999" cy="6858000"/>
          </a:xfrm>
          <a:noFill/>
        </p:spPr>
        <p:txBody>
          <a:bodyPr bIns="504000" anchor="ctr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Callout: Line 3">
            <a:extLst>
              <a:ext uri="{FF2B5EF4-FFF2-40B4-BE49-F238E27FC236}">
                <a16:creationId xmlns:a16="http://schemas.microsoft.com/office/drawing/2014/main" id="{0BECFF34-FBF3-EB1A-B551-8D173B3909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12432704" y="1628800"/>
            <a:ext cx="1512168" cy="720080"/>
          </a:xfrm>
          <a:prstGeom prst="borderCallout1">
            <a:avLst>
              <a:gd name="adj1" fmla="val 51313"/>
              <a:gd name="adj2" fmla="val 121"/>
              <a:gd name="adj3" fmla="val 51376"/>
              <a:gd name="adj4" fmla="val -15078"/>
            </a:avLst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sz="1000" noProof="0">
                <a:solidFill>
                  <a:schemeClr val="bg1"/>
                </a:solidFill>
              </a:rPr>
              <a:t>Adjust transparency of the picture to ensure readability.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E50D2D8-9A23-38EA-8F69-A5DC2F2051A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8" y="2132832"/>
            <a:ext cx="5184000" cy="144000"/>
          </a:xfr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9pPr>
          </a:lstStyle>
          <a:p>
            <a:pPr lvl="0"/>
            <a:r>
              <a:rPr lang="en-GB"/>
              <a:t>Name | Job title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28FB1C8E-D489-B130-3C91-F37FBA330C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623393" y="2493048"/>
            <a:ext cx="6912470" cy="1224000"/>
          </a:xfrm>
        </p:spPr>
        <p:txBody>
          <a:bodyPr anchor="t"/>
          <a:lstStyle>
            <a:lvl1pPr algn="l">
              <a:defRPr sz="4000" b="0" i="0">
                <a:solidFill>
                  <a:schemeClr val="tx1"/>
                </a:solidFill>
                <a:latin typeface="Onest Medium" pitchFamily="2" charset="0"/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6" name="Untertitel 2">
            <a:extLst>
              <a:ext uri="{FF2B5EF4-FFF2-40B4-BE49-F238E27FC236}">
                <a16:creationId xmlns:a16="http://schemas.microsoft.com/office/drawing/2014/main" id="{CCD2E16E-B398-FD19-5654-9AE9C47B7FD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23393" y="3861128"/>
            <a:ext cx="5184000" cy="720000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latin typeface="Onest Medium" pitchFamily="2" charset="0"/>
              </a:defRPr>
            </a:lvl1pPr>
            <a:lvl2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2pPr>
            <a:lvl3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3pPr>
            <a:lvl4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4pPr>
            <a:lvl5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5pPr>
            <a:lvl6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6pPr>
            <a:lvl7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7pPr>
            <a:lvl8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8pPr>
            <a:lvl9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9pPr>
          </a:lstStyle>
          <a:p>
            <a:r>
              <a:rPr lang="en-GB"/>
              <a:t>Optional subtitle, use list level 2 to add a date</a:t>
            </a:r>
          </a:p>
          <a:p>
            <a:pPr lvl="1"/>
            <a:r>
              <a:rPr lang="en-GB"/>
              <a:t>Date</a:t>
            </a:r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B1166E63-14EF-37CA-7FF8-C0D9FE4299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623872" y="6525360"/>
            <a:ext cx="5184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FCCC5F4-A1E7-48AD-5FE3-75380A8197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3392" y="620689"/>
            <a:ext cx="1080000" cy="37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w="0">
            <a:solidFill>
              <a:schemeClr val="tx2">
                <a:alpha val="0"/>
              </a:schemeClr>
            </a:solidFill>
          </a:ln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9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E030E40-4DFB-A3E0-8913-CCD465AE7E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4608" y="6525360"/>
            <a:ext cx="23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r>
              <a:rPr lang="de-DE"/>
              <a:t>© 2026 BlackBerry Limited.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0407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4747" userDrawn="1">
          <p15:clr>
            <a:srgbClr val="5ACBF0"/>
          </p15:clr>
        </p15:guide>
        <p15:guide id="4" orient="horz" pos="2886" userDrawn="1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623392" y="620688"/>
            <a:ext cx="1727696" cy="504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Agenda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51088" y="1773237"/>
            <a:ext cx="4607737" cy="4464075"/>
          </a:xfrm>
        </p:spPr>
        <p:txBody>
          <a:bodyPr tIns="108000"/>
          <a:lstStyle>
            <a:lvl1pPr marL="216000" indent="-216000">
              <a:spcBef>
                <a:spcPts val="800"/>
              </a:spcBef>
              <a:spcAft>
                <a:spcPts val="200"/>
              </a:spcAft>
              <a:buClr>
                <a:schemeClr val="bg2"/>
              </a:buClr>
              <a:buFont typeface="Wingdings" panose="05000000000000000000" pitchFamily="2" charset="2"/>
              <a:buChar char="§"/>
              <a:tabLst>
                <a:tab pos="3456000" algn="r"/>
              </a:tabLst>
              <a:defRPr sz="1800">
                <a:solidFill>
                  <a:schemeClr val="tx1"/>
                </a:solidFill>
                <a:latin typeface="Onest Medium" pitchFamily="2" charset="0"/>
              </a:defRPr>
            </a:lvl1pPr>
            <a:lvl2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2pPr>
            <a:lvl3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3pPr>
            <a:lvl4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4pPr>
            <a:lvl5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5pPr>
            <a:lvl6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6pPr>
            <a:lvl7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7pPr>
            <a:lvl8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8pPr>
            <a:lvl9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Add agenda topics, for subtopic use list level 2</a:t>
            </a:r>
          </a:p>
          <a:p>
            <a:pPr lvl="1"/>
            <a:r>
              <a:rPr lang="en-GB"/>
              <a:t>Chapter title</a:t>
            </a:r>
          </a:p>
          <a:p>
            <a:pPr lvl="2"/>
            <a:r>
              <a:rPr lang="en-GB"/>
              <a:t>Subtitle</a:t>
            </a:r>
          </a:p>
          <a:p>
            <a:pPr lvl="3"/>
            <a:r>
              <a:rPr lang="en-GB"/>
              <a:t>4</a:t>
            </a:r>
          </a:p>
          <a:p>
            <a:pPr lvl="4"/>
            <a:r>
              <a:rPr lang="en-GB"/>
              <a:t>5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  <a:p>
            <a:pPr lvl="3"/>
            <a:endParaRPr lang="en-GB"/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EB524B4F-120D-5907-6DAD-2EC69364ED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7535864" y="1773782"/>
            <a:ext cx="4032250" cy="4464075"/>
          </a:xfrm>
        </p:spPr>
        <p:txBody>
          <a:bodyPr tIns="108000"/>
          <a:lstStyle>
            <a:lvl1pPr marL="0" indent="0">
              <a:spcBef>
                <a:spcPts val="800"/>
              </a:spcBef>
              <a:spcAft>
                <a:spcPts val="200"/>
              </a:spcAft>
              <a:buFont typeface="+mj-lt"/>
              <a:buNone/>
              <a:tabLst>
                <a:tab pos="3456000" algn="r"/>
              </a:tabLst>
              <a:defRPr sz="1800">
                <a:solidFill>
                  <a:schemeClr val="tx1"/>
                </a:solidFill>
                <a:latin typeface="Onest Medium" pitchFamily="2" charset="0"/>
              </a:defRPr>
            </a:lvl1pPr>
            <a:lvl2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Add presenter</a:t>
            </a:r>
          </a:p>
          <a:p>
            <a:pPr lvl="1"/>
            <a:r>
              <a:rPr lang="en-GB"/>
              <a:t>2</a:t>
            </a:r>
          </a:p>
          <a:p>
            <a:pPr lvl="2"/>
            <a:r>
              <a:rPr lang="en-GB"/>
              <a:t>3</a:t>
            </a:r>
          </a:p>
          <a:p>
            <a:pPr lvl="3"/>
            <a:r>
              <a:rPr lang="en-GB"/>
              <a:t>4</a:t>
            </a:r>
          </a:p>
          <a:p>
            <a:pPr lvl="4"/>
            <a:r>
              <a:rPr lang="en-GB"/>
              <a:t>5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1095902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>
          <p15:clr>
            <a:srgbClr val="5ACBF0"/>
          </p15:clr>
        </p15:guide>
        <p15:guide id="2" pos="1481" userDrawn="1">
          <p15:clr>
            <a:srgbClr val="5ACBF0"/>
          </p15:clr>
        </p15:guide>
        <p15:guide id="3" pos="7287">
          <p15:clr>
            <a:srgbClr val="5ACBF0"/>
          </p15:clr>
        </p15:guide>
        <p15:guide id="4" orient="horz" pos="1117">
          <p15:clr>
            <a:srgbClr val="5ACBF0"/>
          </p15:clr>
        </p15:guide>
        <p15:guide id="5" orient="horz" pos="391">
          <p15:clr>
            <a:srgbClr val="5ACBF0"/>
          </p15:clr>
        </p15:guide>
        <p15:guide id="6" pos="4747" userDrawn="1">
          <p15:clr>
            <a:srgbClr val="5ACBF0"/>
          </p15:clr>
        </p15:guide>
        <p15:guide id="9" pos="393">
          <p15:clr>
            <a:srgbClr val="5ACBF0"/>
          </p15:clr>
        </p15:guide>
        <p15:guide id="10" pos="4384" userDrawn="1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623392" y="620687"/>
            <a:ext cx="6911974" cy="504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Table of contents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2351584" y="1773237"/>
            <a:ext cx="4032000" cy="4464075"/>
          </a:xfrm>
        </p:spPr>
        <p:txBody>
          <a:bodyPr/>
          <a:lstStyle>
            <a:lvl1pPr marL="0" indent="0">
              <a:spcBef>
                <a:spcPts val="2000"/>
              </a:spcBef>
              <a:spcAft>
                <a:spcPts val="0"/>
              </a:spcAft>
              <a:buFont typeface="+mj-lt"/>
              <a:buNone/>
              <a:tabLst>
                <a:tab pos="3456000" algn="r"/>
              </a:tabLst>
              <a:defRPr sz="1400">
                <a:latin typeface="+mj-lt"/>
              </a:defRPr>
            </a:lvl1pPr>
            <a:lvl2pPr marL="0" indent="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800">
                <a:solidFill>
                  <a:schemeClr val="bg2"/>
                </a:solidFill>
              </a:defRPr>
            </a:lvl2pPr>
            <a:lvl3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3pPr>
            <a:lvl4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4pPr>
            <a:lvl5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5pPr>
            <a:lvl6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6pPr>
            <a:lvl7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7pPr>
            <a:lvl8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8pPr>
            <a:lvl9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9pPr>
          </a:lstStyle>
          <a:p>
            <a:pPr lvl="0"/>
            <a:r>
              <a:rPr lang="en-GB"/>
              <a:t>List level 1 chapter number, for chapter title and subtitles use list level 2 and 3</a:t>
            </a:r>
          </a:p>
          <a:p>
            <a:pPr lvl="1"/>
            <a:r>
              <a:rPr lang="en-GB"/>
              <a:t>Chapter title</a:t>
            </a:r>
          </a:p>
          <a:p>
            <a:pPr lvl="2"/>
            <a:r>
              <a:rPr lang="en-GB"/>
              <a:t>Subtitle</a:t>
            </a:r>
          </a:p>
          <a:p>
            <a:pPr lvl="3"/>
            <a:endParaRPr lang="en-GB"/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EB524B4F-120D-5907-6DAD-2EC69364ED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7536608" y="1773237"/>
            <a:ext cx="4032000" cy="4464075"/>
          </a:xfrm>
        </p:spPr>
        <p:txBody>
          <a:bodyPr/>
          <a:lstStyle>
            <a:lvl1pPr marL="0" indent="0">
              <a:spcBef>
                <a:spcPts val="2000"/>
              </a:spcBef>
              <a:spcAft>
                <a:spcPts val="0"/>
              </a:spcAft>
              <a:buFont typeface="+mj-lt"/>
              <a:buNone/>
              <a:tabLst>
                <a:tab pos="3456000" algn="r"/>
              </a:tabLst>
              <a:defRPr sz="1400">
                <a:latin typeface="+mj-lt"/>
              </a:defRPr>
            </a:lvl1pPr>
            <a:lvl2pPr marL="0" indent="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800">
                <a:solidFill>
                  <a:schemeClr val="bg2"/>
                </a:solidFill>
              </a:defRPr>
            </a:lvl2pPr>
            <a:lvl3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3pPr>
            <a:lvl4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4pPr>
            <a:lvl5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5pPr>
            <a:lvl6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6pPr>
            <a:lvl7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7pPr>
            <a:lvl8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8pPr>
            <a:lvl9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9pPr>
          </a:lstStyle>
          <a:p>
            <a:pPr lvl="0"/>
            <a:r>
              <a:rPr lang="en-GB"/>
              <a:t>List level 1 chapter number, for chapter title and subtitles use list level 2 and 3</a:t>
            </a:r>
          </a:p>
          <a:p>
            <a:pPr lvl="1"/>
            <a:r>
              <a:rPr lang="en-GB"/>
              <a:t>Chapter title</a:t>
            </a:r>
          </a:p>
          <a:p>
            <a:pPr lvl="2"/>
            <a:r>
              <a:rPr lang="en-GB"/>
              <a:t>Subtitle</a:t>
            </a:r>
          </a:p>
          <a:p>
            <a:pPr lvl="3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8571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1481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  <p15:guide id="6" pos="4747" userDrawn="1">
          <p15:clr>
            <a:srgbClr val="5ACBF0"/>
          </p15:clr>
        </p15:guide>
        <p15:guide id="8" pos="4021" userDrawn="1">
          <p15:clr>
            <a:srgbClr val="5ACBF0"/>
          </p15:clr>
        </p15:guide>
        <p15:guide id="9" pos="393" userDrawn="1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21221DD-91C5-CDA2-3A9D-3DDCD14364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1852" y="1772816"/>
            <a:ext cx="5183999" cy="504056"/>
          </a:xfrm>
        </p:spPr>
        <p:txBody>
          <a:bodyPr lIns="18000"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800"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800"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800"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800"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800">
                <a:latin typeface="Onest Medium" pitchFamily="2" charset="0"/>
              </a:defRPr>
            </a:lvl9pPr>
          </a:lstStyle>
          <a:p>
            <a:pPr lvl="0"/>
            <a:r>
              <a:rPr lang="en-GB"/>
              <a:t>Chapter 0X.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631852" y="2348880"/>
            <a:ext cx="5184000" cy="1223936"/>
          </a:xfrm>
        </p:spPr>
        <p:txBody>
          <a:bodyPr anchor="t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GB"/>
              <a:t>Chapter title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07BA4A2-8208-6854-102F-3D7D52729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r="50035" b="50031"/>
          <a:stretch/>
        </p:blipFill>
        <p:spPr>
          <a:xfrm>
            <a:off x="6363496" y="1028962"/>
            <a:ext cx="5828504" cy="5829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3565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17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3659" userDrawn="1">
          <p15:clr>
            <a:srgbClr val="5ACBF0"/>
          </p15:clr>
        </p15:guide>
        <p15:guide id="4" orient="horz" pos="2251" userDrawn="1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|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58AB73F0-BBD8-5C26-BE7A-C600237E07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6092271" y="0"/>
            <a:ext cx="6099728" cy="6858000"/>
          </a:xfrm>
          <a:custGeom>
            <a:avLst/>
            <a:gdLst>
              <a:gd name="connsiteX0" fmla="*/ 2610818 w 6099728"/>
              <a:gd name="connsiteY0" fmla="*/ 0 h 6858000"/>
              <a:gd name="connsiteX1" fmla="*/ 6099728 w 6099728"/>
              <a:gd name="connsiteY1" fmla="*/ 0 h 6858000"/>
              <a:gd name="connsiteX2" fmla="*/ 6099728 w 6099728"/>
              <a:gd name="connsiteY2" fmla="*/ 6858000 h 6858000"/>
              <a:gd name="connsiteX3" fmla="*/ 1895875 w 6099728"/>
              <a:gd name="connsiteY3" fmla="*/ 6858000 h 6858000"/>
              <a:gd name="connsiteX4" fmla="*/ 1895875 w 6099728"/>
              <a:gd name="connsiteY4" fmla="*/ 6116053 h 6858000"/>
              <a:gd name="connsiteX5" fmla="*/ 1985243 w 6099728"/>
              <a:gd name="connsiteY5" fmla="*/ 6116053 h 6858000"/>
              <a:gd name="connsiteX6" fmla="*/ 1985243 w 6099728"/>
              <a:gd name="connsiteY6" fmla="*/ 5350043 h 6858000"/>
              <a:gd name="connsiteX7" fmla="*/ 2074611 w 6099728"/>
              <a:gd name="connsiteY7" fmla="*/ 5350043 h 6858000"/>
              <a:gd name="connsiteX8" fmla="*/ 2074611 w 6099728"/>
              <a:gd name="connsiteY8" fmla="*/ 4584032 h 6858000"/>
              <a:gd name="connsiteX9" fmla="*/ 2163979 w 6099728"/>
              <a:gd name="connsiteY9" fmla="*/ 4584032 h 6858000"/>
              <a:gd name="connsiteX10" fmla="*/ 2163979 w 6099728"/>
              <a:gd name="connsiteY10" fmla="*/ 3818022 h 6858000"/>
              <a:gd name="connsiteX11" fmla="*/ 2253347 w 6099728"/>
              <a:gd name="connsiteY11" fmla="*/ 3818022 h 6858000"/>
              <a:gd name="connsiteX12" fmla="*/ 2253347 w 6099728"/>
              <a:gd name="connsiteY12" fmla="*/ 3052011 h 6858000"/>
              <a:gd name="connsiteX13" fmla="*/ 2342714 w 6099728"/>
              <a:gd name="connsiteY13" fmla="*/ 3052011 h 6858000"/>
              <a:gd name="connsiteX14" fmla="*/ 2342714 w 6099728"/>
              <a:gd name="connsiteY14" fmla="*/ 2286000 h 6858000"/>
              <a:gd name="connsiteX15" fmla="*/ 2432082 w 6099728"/>
              <a:gd name="connsiteY15" fmla="*/ 2286000 h 6858000"/>
              <a:gd name="connsiteX16" fmla="*/ 2432082 w 6099728"/>
              <a:gd name="connsiteY16" fmla="*/ 1519990 h 6858000"/>
              <a:gd name="connsiteX17" fmla="*/ 2521450 w 6099728"/>
              <a:gd name="connsiteY17" fmla="*/ 1519990 h 6858000"/>
              <a:gd name="connsiteX18" fmla="*/ 2521450 w 6099728"/>
              <a:gd name="connsiteY18" fmla="*/ 753979 h 6858000"/>
              <a:gd name="connsiteX19" fmla="*/ 2610818 w 6099728"/>
              <a:gd name="connsiteY19" fmla="*/ 753979 h 6858000"/>
              <a:gd name="connsiteX20" fmla="*/ 2138445 w 6099728"/>
              <a:gd name="connsiteY20" fmla="*/ 0 h 6858000"/>
              <a:gd name="connsiteX21" fmla="*/ 2521450 w 6099728"/>
              <a:gd name="connsiteY21" fmla="*/ 0 h 6858000"/>
              <a:gd name="connsiteX22" fmla="*/ 2521450 w 6099728"/>
              <a:gd name="connsiteY22" fmla="*/ 753979 h 6858000"/>
              <a:gd name="connsiteX23" fmla="*/ 2432082 w 6099728"/>
              <a:gd name="connsiteY23" fmla="*/ 753979 h 6858000"/>
              <a:gd name="connsiteX24" fmla="*/ 2432082 w 6099728"/>
              <a:gd name="connsiteY24" fmla="*/ 1519990 h 6858000"/>
              <a:gd name="connsiteX25" fmla="*/ 2342714 w 6099728"/>
              <a:gd name="connsiteY25" fmla="*/ 1519990 h 6858000"/>
              <a:gd name="connsiteX26" fmla="*/ 2342714 w 6099728"/>
              <a:gd name="connsiteY26" fmla="*/ 2286000 h 6858000"/>
              <a:gd name="connsiteX27" fmla="*/ 2253347 w 6099728"/>
              <a:gd name="connsiteY27" fmla="*/ 2286000 h 6858000"/>
              <a:gd name="connsiteX28" fmla="*/ 2253347 w 6099728"/>
              <a:gd name="connsiteY28" fmla="*/ 3052011 h 6858000"/>
              <a:gd name="connsiteX29" fmla="*/ 2163979 w 6099728"/>
              <a:gd name="connsiteY29" fmla="*/ 3052011 h 6858000"/>
              <a:gd name="connsiteX30" fmla="*/ 2163979 w 6099728"/>
              <a:gd name="connsiteY30" fmla="*/ 3818022 h 6858000"/>
              <a:gd name="connsiteX31" fmla="*/ 2074611 w 6099728"/>
              <a:gd name="connsiteY31" fmla="*/ 3818022 h 6858000"/>
              <a:gd name="connsiteX32" fmla="*/ 2074611 w 6099728"/>
              <a:gd name="connsiteY32" fmla="*/ 4584032 h 6858000"/>
              <a:gd name="connsiteX33" fmla="*/ 1985243 w 6099728"/>
              <a:gd name="connsiteY33" fmla="*/ 4584032 h 6858000"/>
              <a:gd name="connsiteX34" fmla="*/ 1985243 w 6099728"/>
              <a:gd name="connsiteY34" fmla="*/ 5350043 h 6858000"/>
              <a:gd name="connsiteX35" fmla="*/ 1895875 w 6099728"/>
              <a:gd name="connsiteY35" fmla="*/ 5350043 h 6858000"/>
              <a:gd name="connsiteX36" fmla="*/ 1895875 w 6099728"/>
              <a:gd name="connsiteY36" fmla="*/ 6116053 h 6858000"/>
              <a:gd name="connsiteX37" fmla="*/ 1806507 w 6099728"/>
              <a:gd name="connsiteY37" fmla="*/ 6116053 h 6858000"/>
              <a:gd name="connsiteX38" fmla="*/ 1806507 w 6099728"/>
              <a:gd name="connsiteY38" fmla="*/ 6858000 h 6858000"/>
              <a:gd name="connsiteX39" fmla="*/ 1423502 w 6099728"/>
              <a:gd name="connsiteY39" fmla="*/ 6858000 h 6858000"/>
              <a:gd name="connsiteX40" fmla="*/ 1423502 w 6099728"/>
              <a:gd name="connsiteY40" fmla="*/ 6849150 h 6858000"/>
              <a:gd name="connsiteX41" fmla="*/ 1423502 w 6099728"/>
              <a:gd name="connsiteY41" fmla="*/ 6116053 h 6858000"/>
              <a:gd name="connsiteX42" fmla="*/ 1512870 w 6099728"/>
              <a:gd name="connsiteY42" fmla="*/ 6116053 h 6858000"/>
              <a:gd name="connsiteX43" fmla="*/ 1512870 w 6099728"/>
              <a:gd name="connsiteY43" fmla="*/ 5350043 h 6858000"/>
              <a:gd name="connsiteX44" fmla="*/ 1602238 w 6099728"/>
              <a:gd name="connsiteY44" fmla="*/ 5350043 h 6858000"/>
              <a:gd name="connsiteX45" fmla="*/ 1602238 w 6099728"/>
              <a:gd name="connsiteY45" fmla="*/ 4584032 h 6858000"/>
              <a:gd name="connsiteX46" fmla="*/ 1691606 w 6099728"/>
              <a:gd name="connsiteY46" fmla="*/ 4584032 h 6858000"/>
              <a:gd name="connsiteX47" fmla="*/ 1691606 w 6099728"/>
              <a:gd name="connsiteY47" fmla="*/ 3818022 h 6858000"/>
              <a:gd name="connsiteX48" fmla="*/ 1780974 w 6099728"/>
              <a:gd name="connsiteY48" fmla="*/ 3818022 h 6858000"/>
              <a:gd name="connsiteX49" fmla="*/ 1780974 w 6099728"/>
              <a:gd name="connsiteY49" fmla="*/ 3052011 h 6858000"/>
              <a:gd name="connsiteX50" fmla="*/ 1870342 w 6099728"/>
              <a:gd name="connsiteY50" fmla="*/ 3052011 h 6858000"/>
              <a:gd name="connsiteX51" fmla="*/ 1870342 w 6099728"/>
              <a:gd name="connsiteY51" fmla="*/ 2286000 h 6858000"/>
              <a:gd name="connsiteX52" fmla="*/ 1959709 w 6099728"/>
              <a:gd name="connsiteY52" fmla="*/ 2286000 h 6858000"/>
              <a:gd name="connsiteX53" fmla="*/ 1959709 w 6099728"/>
              <a:gd name="connsiteY53" fmla="*/ 1519990 h 6858000"/>
              <a:gd name="connsiteX54" fmla="*/ 2049077 w 6099728"/>
              <a:gd name="connsiteY54" fmla="*/ 1519990 h 6858000"/>
              <a:gd name="connsiteX55" fmla="*/ 2049077 w 6099728"/>
              <a:gd name="connsiteY55" fmla="*/ 753979 h 6858000"/>
              <a:gd name="connsiteX56" fmla="*/ 2138445 w 6099728"/>
              <a:gd name="connsiteY56" fmla="*/ 753979 h 6858000"/>
              <a:gd name="connsiteX57" fmla="*/ 2138445 w 6099728"/>
              <a:gd name="connsiteY57" fmla="*/ 20884 h 6858000"/>
              <a:gd name="connsiteX58" fmla="*/ 1659689 w 6099728"/>
              <a:gd name="connsiteY58" fmla="*/ 0 h 6858000"/>
              <a:gd name="connsiteX59" fmla="*/ 1959709 w 6099728"/>
              <a:gd name="connsiteY59" fmla="*/ 0 h 6858000"/>
              <a:gd name="connsiteX60" fmla="*/ 1959709 w 6099728"/>
              <a:gd name="connsiteY60" fmla="*/ 20884 h 6858000"/>
              <a:gd name="connsiteX61" fmla="*/ 1959709 w 6099728"/>
              <a:gd name="connsiteY61" fmla="*/ 753979 h 6858000"/>
              <a:gd name="connsiteX62" fmla="*/ 1870342 w 6099728"/>
              <a:gd name="connsiteY62" fmla="*/ 753979 h 6858000"/>
              <a:gd name="connsiteX63" fmla="*/ 1870342 w 6099728"/>
              <a:gd name="connsiteY63" fmla="*/ 1519990 h 6858000"/>
              <a:gd name="connsiteX64" fmla="*/ 1780974 w 6099728"/>
              <a:gd name="connsiteY64" fmla="*/ 1519990 h 6858000"/>
              <a:gd name="connsiteX65" fmla="*/ 1780974 w 6099728"/>
              <a:gd name="connsiteY65" fmla="*/ 2286000 h 6858000"/>
              <a:gd name="connsiteX66" fmla="*/ 1691606 w 6099728"/>
              <a:gd name="connsiteY66" fmla="*/ 2286000 h 6858000"/>
              <a:gd name="connsiteX67" fmla="*/ 1691606 w 6099728"/>
              <a:gd name="connsiteY67" fmla="*/ 3052011 h 6858000"/>
              <a:gd name="connsiteX68" fmla="*/ 1602238 w 6099728"/>
              <a:gd name="connsiteY68" fmla="*/ 3052011 h 6858000"/>
              <a:gd name="connsiteX69" fmla="*/ 1602238 w 6099728"/>
              <a:gd name="connsiteY69" fmla="*/ 3818022 h 6858000"/>
              <a:gd name="connsiteX70" fmla="*/ 1512870 w 6099728"/>
              <a:gd name="connsiteY70" fmla="*/ 3818022 h 6858000"/>
              <a:gd name="connsiteX71" fmla="*/ 1512870 w 6099728"/>
              <a:gd name="connsiteY71" fmla="*/ 4584032 h 6858000"/>
              <a:gd name="connsiteX72" fmla="*/ 1423502 w 6099728"/>
              <a:gd name="connsiteY72" fmla="*/ 4584032 h 6858000"/>
              <a:gd name="connsiteX73" fmla="*/ 1423502 w 6099728"/>
              <a:gd name="connsiteY73" fmla="*/ 5350043 h 6858000"/>
              <a:gd name="connsiteX74" fmla="*/ 1334134 w 6099728"/>
              <a:gd name="connsiteY74" fmla="*/ 5350043 h 6858000"/>
              <a:gd name="connsiteX75" fmla="*/ 1334134 w 6099728"/>
              <a:gd name="connsiteY75" fmla="*/ 6116053 h 6858000"/>
              <a:gd name="connsiteX76" fmla="*/ 1244767 w 6099728"/>
              <a:gd name="connsiteY76" fmla="*/ 6116053 h 6858000"/>
              <a:gd name="connsiteX77" fmla="*/ 1244767 w 6099728"/>
              <a:gd name="connsiteY77" fmla="*/ 6849150 h 6858000"/>
              <a:gd name="connsiteX78" fmla="*/ 1244767 w 6099728"/>
              <a:gd name="connsiteY78" fmla="*/ 6858000 h 6858000"/>
              <a:gd name="connsiteX79" fmla="*/ 944746 w 6099728"/>
              <a:gd name="connsiteY79" fmla="*/ 6858000 h 6858000"/>
              <a:gd name="connsiteX80" fmla="*/ 944746 w 6099728"/>
              <a:gd name="connsiteY80" fmla="*/ 6849150 h 6858000"/>
              <a:gd name="connsiteX81" fmla="*/ 944746 w 6099728"/>
              <a:gd name="connsiteY81" fmla="*/ 6116053 h 6858000"/>
              <a:gd name="connsiteX82" fmla="*/ 1034114 w 6099728"/>
              <a:gd name="connsiteY82" fmla="*/ 6116053 h 6858000"/>
              <a:gd name="connsiteX83" fmla="*/ 1034114 w 6099728"/>
              <a:gd name="connsiteY83" fmla="*/ 5350043 h 6858000"/>
              <a:gd name="connsiteX84" fmla="*/ 1123482 w 6099728"/>
              <a:gd name="connsiteY84" fmla="*/ 5350043 h 6858000"/>
              <a:gd name="connsiteX85" fmla="*/ 1123482 w 6099728"/>
              <a:gd name="connsiteY85" fmla="*/ 4584032 h 6858000"/>
              <a:gd name="connsiteX86" fmla="*/ 1212850 w 6099728"/>
              <a:gd name="connsiteY86" fmla="*/ 4584032 h 6858000"/>
              <a:gd name="connsiteX87" fmla="*/ 1212850 w 6099728"/>
              <a:gd name="connsiteY87" fmla="*/ 3818022 h 6858000"/>
              <a:gd name="connsiteX88" fmla="*/ 1302217 w 6099728"/>
              <a:gd name="connsiteY88" fmla="*/ 3818022 h 6858000"/>
              <a:gd name="connsiteX89" fmla="*/ 1302217 w 6099728"/>
              <a:gd name="connsiteY89" fmla="*/ 3052011 h 6858000"/>
              <a:gd name="connsiteX90" fmla="*/ 1391585 w 6099728"/>
              <a:gd name="connsiteY90" fmla="*/ 3052011 h 6858000"/>
              <a:gd name="connsiteX91" fmla="*/ 1391585 w 6099728"/>
              <a:gd name="connsiteY91" fmla="*/ 2286000 h 6858000"/>
              <a:gd name="connsiteX92" fmla="*/ 1480953 w 6099728"/>
              <a:gd name="connsiteY92" fmla="*/ 2286000 h 6858000"/>
              <a:gd name="connsiteX93" fmla="*/ 1480953 w 6099728"/>
              <a:gd name="connsiteY93" fmla="*/ 1519990 h 6858000"/>
              <a:gd name="connsiteX94" fmla="*/ 1570321 w 6099728"/>
              <a:gd name="connsiteY94" fmla="*/ 1519990 h 6858000"/>
              <a:gd name="connsiteX95" fmla="*/ 1570321 w 6099728"/>
              <a:gd name="connsiteY95" fmla="*/ 753979 h 6858000"/>
              <a:gd name="connsiteX96" fmla="*/ 1659689 w 6099728"/>
              <a:gd name="connsiteY96" fmla="*/ 753979 h 6858000"/>
              <a:gd name="connsiteX97" fmla="*/ 1659689 w 6099728"/>
              <a:gd name="connsiteY97" fmla="*/ 20884 h 6858000"/>
              <a:gd name="connsiteX98" fmla="*/ 1187316 w 6099728"/>
              <a:gd name="connsiteY98" fmla="*/ 0 h 6858000"/>
              <a:gd name="connsiteX99" fmla="*/ 1385202 w 6099728"/>
              <a:gd name="connsiteY99" fmla="*/ 0 h 6858000"/>
              <a:gd name="connsiteX100" fmla="*/ 1385202 w 6099728"/>
              <a:gd name="connsiteY100" fmla="*/ 20884 h 6858000"/>
              <a:gd name="connsiteX101" fmla="*/ 1385202 w 6099728"/>
              <a:gd name="connsiteY101" fmla="*/ 753979 h 6858000"/>
              <a:gd name="connsiteX102" fmla="*/ 1295834 w 6099728"/>
              <a:gd name="connsiteY102" fmla="*/ 753979 h 6858000"/>
              <a:gd name="connsiteX103" fmla="*/ 1295834 w 6099728"/>
              <a:gd name="connsiteY103" fmla="*/ 1519990 h 6858000"/>
              <a:gd name="connsiteX104" fmla="*/ 1206466 w 6099728"/>
              <a:gd name="connsiteY104" fmla="*/ 1519990 h 6858000"/>
              <a:gd name="connsiteX105" fmla="*/ 1206466 w 6099728"/>
              <a:gd name="connsiteY105" fmla="*/ 2286000 h 6858000"/>
              <a:gd name="connsiteX106" fmla="*/ 1117098 w 6099728"/>
              <a:gd name="connsiteY106" fmla="*/ 2286000 h 6858000"/>
              <a:gd name="connsiteX107" fmla="*/ 1117098 w 6099728"/>
              <a:gd name="connsiteY107" fmla="*/ 3052011 h 6858000"/>
              <a:gd name="connsiteX108" fmla="*/ 1027730 w 6099728"/>
              <a:gd name="connsiteY108" fmla="*/ 3052011 h 6858000"/>
              <a:gd name="connsiteX109" fmla="*/ 1027730 w 6099728"/>
              <a:gd name="connsiteY109" fmla="*/ 3818022 h 6858000"/>
              <a:gd name="connsiteX110" fmla="*/ 938363 w 6099728"/>
              <a:gd name="connsiteY110" fmla="*/ 3818022 h 6858000"/>
              <a:gd name="connsiteX111" fmla="*/ 938363 w 6099728"/>
              <a:gd name="connsiteY111" fmla="*/ 4584032 h 6858000"/>
              <a:gd name="connsiteX112" fmla="*/ 848995 w 6099728"/>
              <a:gd name="connsiteY112" fmla="*/ 4584032 h 6858000"/>
              <a:gd name="connsiteX113" fmla="*/ 848995 w 6099728"/>
              <a:gd name="connsiteY113" fmla="*/ 5350043 h 6858000"/>
              <a:gd name="connsiteX114" fmla="*/ 759627 w 6099728"/>
              <a:gd name="connsiteY114" fmla="*/ 5350043 h 6858000"/>
              <a:gd name="connsiteX115" fmla="*/ 759627 w 6099728"/>
              <a:gd name="connsiteY115" fmla="*/ 6116053 h 6858000"/>
              <a:gd name="connsiteX116" fmla="*/ 670259 w 6099728"/>
              <a:gd name="connsiteY116" fmla="*/ 6116053 h 6858000"/>
              <a:gd name="connsiteX117" fmla="*/ 670259 w 6099728"/>
              <a:gd name="connsiteY117" fmla="*/ 6849150 h 6858000"/>
              <a:gd name="connsiteX118" fmla="*/ 670259 w 6099728"/>
              <a:gd name="connsiteY118" fmla="*/ 6858000 h 6858000"/>
              <a:gd name="connsiteX119" fmla="*/ 472373 w 6099728"/>
              <a:gd name="connsiteY119" fmla="*/ 6858000 h 6858000"/>
              <a:gd name="connsiteX120" fmla="*/ 472373 w 6099728"/>
              <a:gd name="connsiteY120" fmla="*/ 6849150 h 6858000"/>
              <a:gd name="connsiteX121" fmla="*/ 472373 w 6099728"/>
              <a:gd name="connsiteY121" fmla="*/ 6116053 h 6858000"/>
              <a:gd name="connsiteX122" fmla="*/ 561741 w 6099728"/>
              <a:gd name="connsiteY122" fmla="*/ 6116053 h 6858000"/>
              <a:gd name="connsiteX123" fmla="*/ 561741 w 6099728"/>
              <a:gd name="connsiteY123" fmla="*/ 5350043 h 6858000"/>
              <a:gd name="connsiteX124" fmla="*/ 651109 w 6099728"/>
              <a:gd name="connsiteY124" fmla="*/ 5350043 h 6858000"/>
              <a:gd name="connsiteX125" fmla="*/ 651109 w 6099728"/>
              <a:gd name="connsiteY125" fmla="*/ 4584032 h 6858000"/>
              <a:gd name="connsiteX126" fmla="*/ 740477 w 6099728"/>
              <a:gd name="connsiteY126" fmla="*/ 4584032 h 6858000"/>
              <a:gd name="connsiteX127" fmla="*/ 740477 w 6099728"/>
              <a:gd name="connsiteY127" fmla="*/ 3818022 h 6858000"/>
              <a:gd name="connsiteX128" fmla="*/ 829845 w 6099728"/>
              <a:gd name="connsiteY128" fmla="*/ 3818022 h 6858000"/>
              <a:gd name="connsiteX129" fmla="*/ 829845 w 6099728"/>
              <a:gd name="connsiteY129" fmla="*/ 3052011 h 6858000"/>
              <a:gd name="connsiteX130" fmla="*/ 919212 w 6099728"/>
              <a:gd name="connsiteY130" fmla="*/ 3052011 h 6858000"/>
              <a:gd name="connsiteX131" fmla="*/ 919212 w 6099728"/>
              <a:gd name="connsiteY131" fmla="*/ 2286000 h 6858000"/>
              <a:gd name="connsiteX132" fmla="*/ 1008580 w 6099728"/>
              <a:gd name="connsiteY132" fmla="*/ 2286000 h 6858000"/>
              <a:gd name="connsiteX133" fmla="*/ 1008580 w 6099728"/>
              <a:gd name="connsiteY133" fmla="*/ 1519990 h 6858000"/>
              <a:gd name="connsiteX134" fmla="*/ 1097948 w 6099728"/>
              <a:gd name="connsiteY134" fmla="*/ 1519990 h 6858000"/>
              <a:gd name="connsiteX135" fmla="*/ 1097948 w 6099728"/>
              <a:gd name="connsiteY135" fmla="*/ 753979 h 6858000"/>
              <a:gd name="connsiteX136" fmla="*/ 1187316 w 6099728"/>
              <a:gd name="connsiteY136" fmla="*/ 753979 h 6858000"/>
              <a:gd name="connsiteX137" fmla="*/ 1187316 w 6099728"/>
              <a:gd name="connsiteY137" fmla="*/ 20884 h 6858000"/>
              <a:gd name="connsiteX138" fmla="*/ 714943 w 6099728"/>
              <a:gd name="connsiteY138" fmla="*/ 0 h 6858000"/>
              <a:gd name="connsiteX139" fmla="*/ 823461 w 6099728"/>
              <a:gd name="connsiteY139" fmla="*/ 0 h 6858000"/>
              <a:gd name="connsiteX140" fmla="*/ 823461 w 6099728"/>
              <a:gd name="connsiteY140" fmla="*/ 20884 h 6858000"/>
              <a:gd name="connsiteX141" fmla="*/ 823461 w 6099728"/>
              <a:gd name="connsiteY141" fmla="*/ 753979 h 6858000"/>
              <a:gd name="connsiteX142" fmla="*/ 734093 w 6099728"/>
              <a:gd name="connsiteY142" fmla="*/ 753979 h 6858000"/>
              <a:gd name="connsiteX143" fmla="*/ 734093 w 6099728"/>
              <a:gd name="connsiteY143" fmla="*/ 1519990 h 6858000"/>
              <a:gd name="connsiteX144" fmla="*/ 644725 w 6099728"/>
              <a:gd name="connsiteY144" fmla="*/ 1519990 h 6858000"/>
              <a:gd name="connsiteX145" fmla="*/ 644725 w 6099728"/>
              <a:gd name="connsiteY145" fmla="*/ 2286000 h 6858000"/>
              <a:gd name="connsiteX146" fmla="*/ 555358 w 6099728"/>
              <a:gd name="connsiteY146" fmla="*/ 2286000 h 6858000"/>
              <a:gd name="connsiteX147" fmla="*/ 555358 w 6099728"/>
              <a:gd name="connsiteY147" fmla="*/ 3052011 h 6858000"/>
              <a:gd name="connsiteX148" fmla="*/ 465990 w 6099728"/>
              <a:gd name="connsiteY148" fmla="*/ 3052011 h 6858000"/>
              <a:gd name="connsiteX149" fmla="*/ 465990 w 6099728"/>
              <a:gd name="connsiteY149" fmla="*/ 3818022 h 6858000"/>
              <a:gd name="connsiteX150" fmla="*/ 376622 w 6099728"/>
              <a:gd name="connsiteY150" fmla="*/ 3818022 h 6858000"/>
              <a:gd name="connsiteX151" fmla="*/ 376622 w 6099728"/>
              <a:gd name="connsiteY151" fmla="*/ 4584032 h 6858000"/>
              <a:gd name="connsiteX152" fmla="*/ 287254 w 6099728"/>
              <a:gd name="connsiteY152" fmla="*/ 4584032 h 6858000"/>
              <a:gd name="connsiteX153" fmla="*/ 287254 w 6099728"/>
              <a:gd name="connsiteY153" fmla="*/ 5350043 h 6858000"/>
              <a:gd name="connsiteX154" fmla="*/ 197886 w 6099728"/>
              <a:gd name="connsiteY154" fmla="*/ 5350043 h 6858000"/>
              <a:gd name="connsiteX155" fmla="*/ 197886 w 6099728"/>
              <a:gd name="connsiteY155" fmla="*/ 6116053 h 6858000"/>
              <a:gd name="connsiteX156" fmla="*/ 108518 w 6099728"/>
              <a:gd name="connsiteY156" fmla="*/ 6116053 h 6858000"/>
              <a:gd name="connsiteX157" fmla="*/ 108518 w 6099728"/>
              <a:gd name="connsiteY157" fmla="*/ 6849150 h 6858000"/>
              <a:gd name="connsiteX158" fmla="*/ 108518 w 6099728"/>
              <a:gd name="connsiteY158" fmla="*/ 6858000 h 6858000"/>
              <a:gd name="connsiteX159" fmla="*/ 0 w 6099728"/>
              <a:gd name="connsiteY159" fmla="*/ 6858000 h 6858000"/>
              <a:gd name="connsiteX160" fmla="*/ 0 w 6099728"/>
              <a:gd name="connsiteY160" fmla="*/ 6849150 h 6858000"/>
              <a:gd name="connsiteX161" fmla="*/ 0 w 6099728"/>
              <a:gd name="connsiteY161" fmla="*/ 6116053 h 6858000"/>
              <a:gd name="connsiteX162" fmla="*/ 89368 w 6099728"/>
              <a:gd name="connsiteY162" fmla="*/ 6116053 h 6858000"/>
              <a:gd name="connsiteX163" fmla="*/ 89368 w 6099728"/>
              <a:gd name="connsiteY163" fmla="*/ 5350043 h 6858000"/>
              <a:gd name="connsiteX164" fmla="*/ 178736 w 6099728"/>
              <a:gd name="connsiteY164" fmla="*/ 5350043 h 6858000"/>
              <a:gd name="connsiteX165" fmla="*/ 178736 w 6099728"/>
              <a:gd name="connsiteY165" fmla="*/ 4584032 h 6858000"/>
              <a:gd name="connsiteX166" fmla="*/ 268104 w 6099728"/>
              <a:gd name="connsiteY166" fmla="*/ 4584032 h 6858000"/>
              <a:gd name="connsiteX167" fmla="*/ 268104 w 6099728"/>
              <a:gd name="connsiteY167" fmla="*/ 3818022 h 6858000"/>
              <a:gd name="connsiteX168" fmla="*/ 357472 w 6099728"/>
              <a:gd name="connsiteY168" fmla="*/ 3818022 h 6858000"/>
              <a:gd name="connsiteX169" fmla="*/ 357472 w 6099728"/>
              <a:gd name="connsiteY169" fmla="*/ 3052011 h 6858000"/>
              <a:gd name="connsiteX170" fmla="*/ 446839 w 6099728"/>
              <a:gd name="connsiteY170" fmla="*/ 3052011 h 6858000"/>
              <a:gd name="connsiteX171" fmla="*/ 446839 w 6099728"/>
              <a:gd name="connsiteY171" fmla="*/ 2286000 h 6858000"/>
              <a:gd name="connsiteX172" fmla="*/ 536207 w 6099728"/>
              <a:gd name="connsiteY172" fmla="*/ 2286000 h 6858000"/>
              <a:gd name="connsiteX173" fmla="*/ 536207 w 6099728"/>
              <a:gd name="connsiteY173" fmla="*/ 1519990 h 6858000"/>
              <a:gd name="connsiteX174" fmla="*/ 625575 w 6099728"/>
              <a:gd name="connsiteY174" fmla="*/ 1519990 h 6858000"/>
              <a:gd name="connsiteX175" fmla="*/ 625575 w 6099728"/>
              <a:gd name="connsiteY175" fmla="*/ 753979 h 6858000"/>
              <a:gd name="connsiteX176" fmla="*/ 714943 w 6099728"/>
              <a:gd name="connsiteY176" fmla="*/ 753979 h 6858000"/>
              <a:gd name="connsiteX177" fmla="*/ 714943 w 6099728"/>
              <a:gd name="connsiteY177" fmla="*/ 2088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</a:cxnLst>
            <a:rect l="l" t="t" r="r" b="b"/>
            <a:pathLst>
              <a:path w="6099728" h="6858000">
                <a:moveTo>
                  <a:pt x="2610818" y="0"/>
                </a:moveTo>
                <a:lnTo>
                  <a:pt x="6099728" y="0"/>
                </a:lnTo>
                <a:lnTo>
                  <a:pt x="6099728" y="6858000"/>
                </a:lnTo>
                <a:lnTo>
                  <a:pt x="1895875" y="6858000"/>
                </a:lnTo>
                <a:lnTo>
                  <a:pt x="1895875" y="6116053"/>
                </a:lnTo>
                <a:lnTo>
                  <a:pt x="1985243" y="6116053"/>
                </a:lnTo>
                <a:cubicBezTo>
                  <a:pt x="1985243" y="6116053"/>
                  <a:pt x="1985243" y="5350043"/>
                  <a:pt x="1985243" y="5350043"/>
                </a:cubicBezTo>
                <a:lnTo>
                  <a:pt x="2074611" y="5350043"/>
                </a:lnTo>
                <a:cubicBezTo>
                  <a:pt x="2074611" y="5350043"/>
                  <a:pt x="2074611" y="4584032"/>
                  <a:pt x="2074611" y="4584032"/>
                </a:cubicBezTo>
                <a:lnTo>
                  <a:pt x="2163979" y="4584032"/>
                </a:lnTo>
                <a:cubicBezTo>
                  <a:pt x="2163979" y="4584032"/>
                  <a:pt x="2163979" y="3818022"/>
                  <a:pt x="2163979" y="3818022"/>
                </a:cubicBezTo>
                <a:lnTo>
                  <a:pt x="2253347" y="3818022"/>
                </a:lnTo>
                <a:cubicBezTo>
                  <a:pt x="2253347" y="3818022"/>
                  <a:pt x="2253347" y="3052011"/>
                  <a:pt x="2253347" y="3052011"/>
                </a:cubicBezTo>
                <a:lnTo>
                  <a:pt x="2342714" y="3052011"/>
                </a:lnTo>
                <a:cubicBezTo>
                  <a:pt x="2342714" y="3052011"/>
                  <a:pt x="2342714" y="2286000"/>
                  <a:pt x="2342714" y="2286000"/>
                </a:cubicBezTo>
                <a:lnTo>
                  <a:pt x="2432082" y="2286000"/>
                </a:lnTo>
                <a:cubicBezTo>
                  <a:pt x="2432082" y="2286000"/>
                  <a:pt x="2432082" y="1519990"/>
                  <a:pt x="2432082" y="1519990"/>
                </a:cubicBezTo>
                <a:lnTo>
                  <a:pt x="2521450" y="1519990"/>
                </a:lnTo>
                <a:cubicBezTo>
                  <a:pt x="2521450" y="1519990"/>
                  <a:pt x="2521450" y="753979"/>
                  <a:pt x="2521450" y="753979"/>
                </a:cubicBezTo>
                <a:cubicBezTo>
                  <a:pt x="2521450" y="753979"/>
                  <a:pt x="2610818" y="753979"/>
                  <a:pt x="2610818" y="753979"/>
                </a:cubicBezTo>
                <a:close/>
                <a:moveTo>
                  <a:pt x="2138445" y="0"/>
                </a:moveTo>
                <a:lnTo>
                  <a:pt x="2521450" y="0"/>
                </a:lnTo>
                <a:lnTo>
                  <a:pt x="2521450" y="753979"/>
                </a:lnTo>
                <a:lnTo>
                  <a:pt x="2432082" y="753979"/>
                </a:lnTo>
                <a:cubicBezTo>
                  <a:pt x="2432082" y="753979"/>
                  <a:pt x="2432082" y="1519990"/>
                  <a:pt x="2432082" y="1519990"/>
                </a:cubicBezTo>
                <a:lnTo>
                  <a:pt x="2342714" y="1519990"/>
                </a:lnTo>
                <a:cubicBezTo>
                  <a:pt x="2342714" y="1519990"/>
                  <a:pt x="2342714" y="2286000"/>
                  <a:pt x="2342714" y="2286000"/>
                </a:cubicBezTo>
                <a:lnTo>
                  <a:pt x="2253347" y="2286000"/>
                </a:lnTo>
                <a:cubicBezTo>
                  <a:pt x="2253347" y="2286000"/>
                  <a:pt x="2253347" y="3052011"/>
                  <a:pt x="2253347" y="3052011"/>
                </a:cubicBezTo>
                <a:lnTo>
                  <a:pt x="2163979" y="3052011"/>
                </a:lnTo>
                <a:cubicBezTo>
                  <a:pt x="2163979" y="3052011"/>
                  <a:pt x="2163979" y="3818022"/>
                  <a:pt x="2163979" y="3818022"/>
                </a:cubicBezTo>
                <a:lnTo>
                  <a:pt x="2074611" y="3818022"/>
                </a:lnTo>
                <a:cubicBezTo>
                  <a:pt x="2074611" y="3818022"/>
                  <a:pt x="2074611" y="4584032"/>
                  <a:pt x="2074611" y="4584032"/>
                </a:cubicBezTo>
                <a:lnTo>
                  <a:pt x="1985243" y="4584032"/>
                </a:lnTo>
                <a:cubicBezTo>
                  <a:pt x="1985243" y="4584032"/>
                  <a:pt x="1985243" y="5350043"/>
                  <a:pt x="1985243" y="5350043"/>
                </a:cubicBezTo>
                <a:lnTo>
                  <a:pt x="1895875" y="5350043"/>
                </a:lnTo>
                <a:cubicBezTo>
                  <a:pt x="1895875" y="5350043"/>
                  <a:pt x="1895875" y="6116053"/>
                  <a:pt x="1895875" y="6116053"/>
                </a:cubicBezTo>
                <a:lnTo>
                  <a:pt x="1806507" y="6116053"/>
                </a:lnTo>
                <a:lnTo>
                  <a:pt x="1806507" y="6858000"/>
                </a:lnTo>
                <a:lnTo>
                  <a:pt x="1423502" y="6858000"/>
                </a:lnTo>
                <a:lnTo>
                  <a:pt x="1423502" y="6849150"/>
                </a:lnTo>
                <a:cubicBezTo>
                  <a:pt x="1423502" y="6702530"/>
                  <a:pt x="1423502" y="6116053"/>
                  <a:pt x="1423502" y="6116053"/>
                </a:cubicBezTo>
                <a:lnTo>
                  <a:pt x="1512870" y="6116053"/>
                </a:lnTo>
                <a:cubicBezTo>
                  <a:pt x="1512870" y="6116053"/>
                  <a:pt x="1512870" y="5350043"/>
                  <a:pt x="1512870" y="5350043"/>
                </a:cubicBezTo>
                <a:lnTo>
                  <a:pt x="1602238" y="5350043"/>
                </a:lnTo>
                <a:cubicBezTo>
                  <a:pt x="1602238" y="5350043"/>
                  <a:pt x="1602238" y="4584032"/>
                  <a:pt x="1602238" y="4584032"/>
                </a:cubicBezTo>
                <a:lnTo>
                  <a:pt x="1691606" y="4584032"/>
                </a:lnTo>
                <a:cubicBezTo>
                  <a:pt x="1691606" y="4584032"/>
                  <a:pt x="1691606" y="3818022"/>
                  <a:pt x="1691606" y="3818022"/>
                </a:cubicBezTo>
                <a:lnTo>
                  <a:pt x="1780974" y="3818022"/>
                </a:lnTo>
                <a:cubicBezTo>
                  <a:pt x="1780974" y="3818022"/>
                  <a:pt x="1780974" y="3052011"/>
                  <a:pt x="1780974" y="3052011"/>
                </a:cubicBezTo>
                <a:lnTo>
                  <a:pt x="1870342" y="3052011"/>
                </a:lnTo>
                <a:cubicBezTo>
                  <a:pt x="1870342" y="3052011"/>
                  <a:pt x="1870342" y="2286000"/>
                  <a:pt x="1870342" y="2286000"/>
                </a:cubicBezTo>
                <a:lnTo>
                  <a:pt x="1959709" y="2286000"/>
                </a:lnTo>
                <a:cubicBezTo>
                  <a:pt x="1959709" y="2286000"/>
                  <a:pt x="1959709" y="1519990"/>
                  <a:pt x="1959709" y="1519990"/>
                </a:cubicBezTo>
                <a:lnTo>
                  <a:pt x="2049077" y="1519990"/>
                </a:lnTo>
                <a:cubicBezTo>
                  <a:pt x="2049077" y="1519990"/>
                  <a:pt x="2049077" y="753979"/>
                  <a:pt x="2049077" y="753979"/>
                </a:cubicBezTo>
                <a:lnTo>
                  <a:pt x="2138445" y="753979"/>
                </a:lnTo>
                <a:cubicBezTo>
                  <a:pt x="2138445" y="753979"/>
                  <a:pt x="2138445" y="167503"/>
                  <a:pt x="2138445" y="20884"/>
                </a:cubicBezTo>
                <a:close/>
                <a:moveTo>
                  <a:pt x="1659689" y="0"/>
                </a:moveTo>
                <a:lnTo>
                  <a:pt x="1959709" y="0"/>
                </a:lnTo>
                <a:lnTo>
                  <a:pt x="1959709" y="20884"/>
                </a:lnTo>
                <a:cubicBezTo>
                  <a:pt x="1959709" y="167503"/>
                  <a:pt x="1959709" y="753979"/>
                  <a:pt x="1959709" y="753979"/>
                </a:cubicBezTo>
                <a:lnTo>
                  <a:pt x="1870342" y="753979"/>
                </a:lnTo>
                <a:cubicBezTo>
                  <a:pt x="1870342" y="753979"/>
                  <a:pt x="1870342" y="1519990"/>
                  <a:pt x="1870342" y="1519990"/>
                </a:cubicBezTo>
                <a:lnTo>
                  <a:pt x="1780974" y="1519990"/>
                </a:lnTo>
                <a:cubicBezTo>
                  <a:pt x="1780974" y="1519990"/>
                  <a:pt x="1780974" y="2286000"/>
                  <a:pt x="1780974" y="2286000"/>
                </a:cubicBezTo>
                <a:lnTo>
                  <a:pt x="1691606" y="2286000"/>
                </a:lnTo>
                <a:cubicBezTo>
                  <a:pt x="1691606" y="2286000"/>
                  <a:pt x="1691606" y="3052011"/>
                  <a:pt x="1691606" y="3052011"/>
                </a:cubicBezTo>
                <a:lnTo>
                  <a:pt x="1602238" y="3052011"/>
                </a:lnTo>
                <a:cubicBezTo>
                  <a:pt x="1602238" y="3052011"/>
                  <a:pt x="1602238" y="3818022"/>
                  <a:pt x="1602238" y="3818022"/>
                </a:cubicBezTo>
                <a:lnTo>
                  <a:pt x="1512870" y="3818022"/>
                </a:lnTo>
                <a:cubicBezTo>
                  <a:pt x="1512870" y="3818022"/>
                  <a:pt x="1512870" y="4584032"/>
                  <a:pt x="1512870" y="4584032"/>
                </a:cubicBezTo>
                <a:lnTo>
                  <a:pt x="1423502" y="4584032"/>
                </a:lnTo>
                <a:cubicBezTo>
                  <a:pt x="1423502" y="4584032"/>
                  <a:pt x="1423502" y="5350043"/>
                  <a:pt x="1423502" y="5350043"/>
                </a:cubicBezTo>
                <a:lnTo>
                  <a:pt x="1334134" y="5350043"/>
                </a:lnTo>
                <a:cubicBezTo>
                  <a:pt x="1334134" y="5350043"/>
                  <a:pt x="1334134" y="6116053"/>
                  <a:pt x="1334134" y="6116053"/>
                </a:cubicBezTo>
                <a:lnTo>
                  <a:pt x="1244767" y="6116053"/>
                </a:lnTo>
                <a:cubicBezTo>
                  <a:pt x="1244767" y="6116053"/>
                  <a:pt x="1244767" y="6702530"/>
                  <a:pt x="1244767" y="6849150"/>
                </a:cubicBezTo>
                <a:lnTo>
                  <a:pt x="1244767" y="6858000"/>
                </a:lnTo>
                <a:lnTo>
                  <a:pt x="944746" y="6858000"/>
                </a:lnTo>
                <a:lnTo>
                  <a:pt x="944746" y="6849150"/>
                </a:lnTo>
                <a:cubicBezTo>
                  <a:pt x="944746" y="6702530"/>
                  <a:pt x="944746" y="6116053"/>
                  <a:pt x="944746" y="6116053"/>
                </a:cubicBezTo>
                <a:lnTo>
                  <a:pt x="1034114" y="6116053"/>
                </a:lnTo>
                <a:cubicBezTo>
                  <a:pt x="1034114" y="6116053"/>
                  <a:pt x="1034114" y="5350043"/>
                  <a:pt x="1034114" y="5350043"/>
                </a:cubicBezTo>
                <a:lnTo>
                  <a:pt x="1123482" y="5350043"/>
                </a:lnTo>
                <a:cubicBezTo>
                  <a:pt x="1123482" y="5350043"/>
                  <a:pt x="1123482" y="4584032"/>
                  <a:pt x="1123482" y="4584032"/>
                </a:cubicBezTo>
                <a:lnTo>
                  <a:pt x="1212850" y="4584032"/>
                </a:lnTo>
                <a:cubicBezTo>
                  <a:pt x="1212850" y="4584032"/>
                  <a:pt x="1212850" y="3818022"/>
                  <a:pt x="1212850" y="3818022"/>
                </a:cubicBezTo>
                <a:lnTo>
                  <a:pt x="1302217" y="3818022"/>
                </a:lnTo>
                <a:cubicBezTo>
                  <a:pt x="1302217" y="3818022"/>
                  <a:pt x="1302217" y="3052011"/>
                  <a:pt x="1302217" y="3052011"/>
                </a:cubicBezTo>
                <a:lnTo>
                  <a:pt x="1391585" y="3052011"/>
                </a:lnTo>
                <a:cubicBezTo>
                  <a:pt x="1391585" y="3052011"/>
                  <a:pt x="1391585" y="2286000"/>
                  <a:pt x="1391585" y="2286000"/>
                </a:cubicBezTo>
                <a:lnTo>
                  <a:pt x="1480953" y="2286000"/>
                </a:lnTo>
                <a:cubicBezTo>
                  <a:pt x="1480953" y="2286000"/>
                  <a:pt x="1480953" y="1519990"/>
                  <a:pt x="1480953" y="1519990"/>
                </a:cubicBezTo>
                <a:lnTo>
                  <a:pt x="1570321" y="1519990"/>
                </a:lnTo>
                <a:cubicBezTo>
                  <a:pt x="1570321" y="1519990"/>
                  <a:pt x="1570321" y="753979"/>
                  <a:pt x="1570321" y="753979"/>
                </a:cubicBezTo>
                <a:lnTo>
                  <a:pt x="1659689" y="753979"/>
                </a:lnTo>
                <a:cubicBezTo>
                  <a:pt x="1659689" y="753979"/>
                  <a:pt x="1659689" y="167503"/>
                  <a:pt x="1659689" y="20884"/>
                </a:cubicBezTo>
                <a:close/>
                <a:moveTo>
                  <a:pt x="1187316" y="0"/>
                </a:moveTo>
                <a:lnTo>
                  <a:pt x="1385202" y="0"/>
                </a:lnTo>
                <a:lnTo>
                  <a:pt x="1385202" y="20884"/>
                </a:lnTo>
                <a:cubicBezTo>
                  <a:pt x="1385202" y="167503"/>
                  <a:pt x="1385202" y="753979"/>
                  <a:pt x="1385202" y="753979"/>
                </a:cubicBezTo>
                <a:lnTo>
                  <a:pt x="1295834" y="753979"/>
                </a:lnTo>
                <a:cubicBezTo>
                  <a:pt x="1295834" y="753979"/>
                  <a:pt x="1295834" y="1519990"/>
                  <a:pt x="1295834" y="1519990"/>
                </a:cubicBezTo>
                <a:lnTo>
                  <a:pt x="1206466" y="1519990"/>
                </a:lnTo>
                <a:cubicBezTo>
                  <a:pt x="1206466" y="1519990"/>
                  <a:pt x="1206466" y="2286000"/>
                  <a:pt x="1206466" y="2286000"/>
                </a:cubicBezTo>
                <a:lnTo>
                  <a:pt x="1117098" y="2286000"/>
                </a:lnTo>
                <a:cubicBezTo>
                  <a:pt x="1117098" y="2286000"/>
                  <a:pt x="1117098" y="3052011"/>
                  <a:pt x="1117098" y="3052011"/>
                </a:cubicBezTo>
                <a:lnTo>
                  <a:pt x="1027730" y="3052011"/>
                </a:lnTo>
                <a:cubicBezTo>
                  <a:pt x="1027730" y="3052011"/>
                  <a:pt x="1027730" y="3818022"/>
                  <a:pt x="1027730" y="3818022"/>
                </a:cubicBezTo>
                <a:lnTo>
                  <a:pt x="938363" y="3818022"/>
                </a:lnTo>
                <a:cubicBezTo>
                  <a:pt x="938363" y="3818022"/>
                  <a:pt x="938363" y="4584032"/>
                  <a:pt x="938363" y="4584032"/>
                </a:cubicBezTo>
                <a:lnTo>
                  <a:pt x="848995" y="4584032"/>
                </a:lnTo>
                <a:cubicBezTo>
                  <a:pt x="848995" y="4584032"/>
                  <a:pt x="848995" y="5350043"/>
                  <a:pt x="848995" y="5350043"/>
                </a:cubicBezTo>
                <a:lnTo>
                  <a:pt x="759627" y="5350043"/>
                </a:lnTo>
                <a:cubicBezTo>
                  <a:pt x="759627" y="5350043"/>
                  <a:pt x="759627" y="6116053"/>
                  <a:pt x="759627" y="6116053"/>
                </a:cubicBezTo>
                <a:lnTo>
                  <a:pt x="670259" y="6116053"/>
                </a:lnTo>
                <a:cubicBezTo>
                  <a:pt x="670259" y="6116053"/>
                  <a:pt x="670259" y="6702530"/>
                  <a:pt x="670259" y="6849150"/>
                </a:cubicBezTo>
                <a:lnTo>
                  <a:pt x="670259" y="6858000"/>
                </a:lnTo>
                <a:lnTo>
                  <a:pt x="472373" y="6858000"/>
                </a:lnTo>
                <a:lnTo>
                  <a:pt x="472373" y="6849150"/>
                </a:lnTo>
                <a:cubicBezTo>
                  <a:pt x="472373" y="6702530"/>
                  <a:pt x="472373" y="6116053"/>
                  <a:pt x="472373" y="6116053"/>
                </a:cubicBezTo>
                <a:lnTo>
                  <a:pt x="561741" y="6116053"/>
                </a:lnTo>
                <a:cubicBezTo>
                  <a:pt x="561741" y="6116053"/>
                  <a:pt x="561741" y="5350043"/>
                  <a:pt x="561741" y="5350043"/>
                </a:cubicBezTo>
                <a:lnTo>
                  <a:pt x="651109" y="5350043"/>
                </a:lnTo>
                <a:cubicBezTo>
                  <a:pt x="651109" y="5350043"/>
                  <a:pt x="651109" y="4584032"/>
                  <a:pt x="651109" y="4584032"/>
                </a:cubicBezTo>
                <a:lnTo>
                  <a:pt x="740477" y="4584032"/>
                </a:lnTo>
                <a:cubicBezTo>
                  <a:pt x="740477" y="4584032"/>
                  <a:pt x="740477" y="3818022"/>
                  <a:pt x="740477" y="3818022"/>
                </a:cubicBezTo>
                <a:lnTo>
                  <a:pt x="829845" y="3818022"/>
                </a:lnTo>
                <a:cubicBezTo>
                  <a:pt x="829845" y="3818022"/>
                  <a:pt x="829845" y="3052011"/>
                  <a:pt x="829845" y="3052011"/>
                </a:cubicBezTo>
                <a:lnTo>
                  <a:pt x="919212" y="3052011"/>
                </a:lnTo>
                <a:cubicBezTo>
                  <a:pt x="919212" y="3052011"/>
                  <a:pt x="919212" y="2286000"/>
                  <a:pt x="919212" y="2286000"/>
                </a:cubicBezTo>
                <a:lnTo>
                  <a:pt x="1008580" y="2286000"/>
                </a:lnTo>
                <a:cubicBezTo>
                  <a:pt x="1008580" y="2286000"/>
                  <a:pt x="1008580" y="1519990"/>
                  <a:pt x="1008580" y="1519990"/>
                </a:cubicBezTo>
                <a:lnTo>
                  <a:pt x="1097948" y="1519990"/>
                </a:lnTo>
                <a:cubicBezTo>
                  <a:pt x="1097948" y="1519990"/>
                  <a:pt x="1097948" y="753979"/>
                  <a:pt x="1097948" y="753979"/>
                </a:cubicBezTo>
                <a:lnTo>
                  <a:pt x="1187316" y="753979"/>
                </a:lnTo>
                <a:cubicBezTo>
                  <a:pt x="1187316" y="753979"/>
                  <a:pt x="1187316" y="167503"/>
                  <a:pt x="1187316" y="20884"/>
                </a:cubicBezTo>
                <a:close/>
                <a:moveTo>
                  <a:pt x="714943" y="0"/>
                </a:moveTo>
                <a:lnTo>
                  <a:pt x="823461" y="0"/>
                </a:lnTo>
                <a:lnTo>
                  <a:pt x="823461" y="20884"/>
                </a:lnTo>
                <a:cubicBezTo>
                  <a:pt x="823461" y="167503"/>
                  <a:pt x="823461" y="753979"/>
                  <a:pt x="823461" y="753979"/>
                </a:cubicBezTo>
                <a:lnTo>
                  <a:pt x="734093" y="753979"/>
                </a:lnTo>
                <a:cubicBezTo>
                  <a:pt x="734093" y="753979"/>
                  <a:pt x="734093" y="1519990"/>
                  <a:pt x="734093" y="1519990"/>
                </a:cubicBezTo>
                <a:lnTo>
                  <a:pt x="644725" y="1519990"/>
                </a:lnTo>
                <a:cubicBezTo>
                  <a:pt x="644725" y="1519990"/>
                  <a:pt x="644725" y="2286000"/>
                  <a:pt x="644725" y="2286000"/>
                </a:cubicBezTo>
                <a:lnTo>
                  <a:pt x="555358" y="2286000"/>
                </a:lnTo>
                <a:cubicBezTo>
                  <a:pt x="555358" y="2286000"/>
                  <a:pt x="555358" y="3052011"/>
                  <a:pt x="555358" y="3052011"/>
                </a:cubicBezTo>
                <a:lnTo>
                  <a:pt x="465990" y="3052011"/>
                </a:lnTo>
                <a:cubicBezTo>
                  <a:pt x="465990" y="3052011"/>
                  <a:pt x="465990" y="3818022"/>
                  <a:pt x="465990" y="3818022"/>
                </a:cubicBezTo>
                <a:lnTo>
                  <a:pt x="376622" y="3818022"/>
                </a:lnTo>
                <a:cubicBezTo>
                  <a:pt x="376622" y="3818022"/>
                  <a:pt x="376622" y="4584032"/>
                  <a:pt x="376622" y="4584032"/>
                </a:cubicBezTo>
                <a:lnTo>
                  <a:pt x="287254" y="4584032"/>
                </a:lnTo>
                <a:cubicBezTo>
                  <a:pt x="287254" y="4584032"/>
                  <a:pt x="287254" y="5350043"/>
                  <a:pt x="287254" y="5350043"/>
                </a:cubicBezTo>
                <a:lnTo>
                  <a:pt x="197886" y="5350043"/>
                </a:lnTo>
                <a:cubicBezTo>
                  <a:pt x="197886" y="5350043"/>
                  <a:pt x="197886" y="6116053"/>
                  <a:pt x="197886" y="6116053"/>
                </a:cubicBezTo>
                <a:lnTo>
                  <a:pt x="108518" y="6116053"/>
                </a:lnTo>
                <a:cubicBezTo>
                  <a:pt x="108518" y="6116053"/>
                  <a:pt x="108518" y="6702530"/>
                  <a:pt x="108518" y="6849150"/>
                </a:cubicBezTo>
                <a:lnTo>
                  <a:pt x="108518" y="6858000"/>
                </a:lnTo>
                <a:lnTo>
                  <a:pt x="0" y="6858000"/>
                </a:lnTo>
                <a:lnTo>
                  <a:pt x="0" y="6849150"/>
                </a:lnTo>
                <a:cubicBezTo>
                  <a:pt x="0" y="6702530"/>
                  <a:pt x="0" y="6116053"/>
                  <a:pt x="0" y="6116053"/>
                </a:cubicBezTo>
                <a:lnTo>
                  <a:pt x="89368" y="6116053"/>
                </a:lnTo>
                <a:cubicBezTo>
                  <a:pt x="89368" y="6116053"/>
                  <a:pt x="89368" y="5350043"/>
                  <a:pt x="89368" y="5350043"/>
                </a:cubicBezTo>
                <a:lnTo>
                  <a:pt x="178736" y="5350043"/>
                </a:lnTo>
                <a:cubicBezTo>
                  <a:pt x="178736" y="5350043"/>
                  <a:pt x="178736" y="4584032"/>
                  <a:pt x="178736" y="4584032"/>
                </a:cubicBezTo>
                <a:lnTo>
                  <a:pt x="268104" y="4584032"/>
                </a:lnTo>
                <a:cubicBezTo>
                  <a:pt x="268104" y="4584032"/>
                  <a:pt x="268104" y="3818022"/>
                  <a:pt x="268104" y="3818022"/>
                </a:cubicBezTo>
                <a:lnTo>
                  <a:pt x="357472" y="3818022"/>
                </a:lnTo>
                <a:cubicBezTo>
                  <a:pt x="357472" y="3818022"/>
                  <a:pt x="357472" y="3052011"/>
                  <a:pt x="357472" y="3052011"/>
                </a:cubicBezTo>
                <a:lnTo>
                  <a:pt x="446839" y="3052011"/>
                </a:lnTo>
                <a:cubicBezTo>
                  <a:pt x="446839" y="3052011"/>
                  <a:pt x="446839" y="2286000"/>
                  <a:pt x="446839" y="2286000"/>
                </a:cubicBezTo>
                <a:lnTo>
                  <a:pt x="536207" y="2286000"/>
                </a:lnTo>
                <a:cubicBezTo>
                  <a:pt x="536207" y="2286000"/>
                  <a:pt x="536207" y="1519990"/>
                  <a:pt x="536207" y="1519990"/>
                </a:cubicBezTo>
                <a:lnTo>
                  <a:pt x="625575" y="1519990"/>
                </a:lnTo>
                <a:cubicBezTo>
                  <a:pt x="625575" y="1519990"/>
                  <a:pt x="625575" y="753979"/>
                  <a:pt x="625575" y="753979"/>
                </a:cubicBezTo>
                <a:lnTo>
                  <a:pt x="714943" y="753979"/>
                </a:lnTo>
                <a:cubicBezTo>
                  <a:pt x="714943" y="753979"/>
                  <a:pt x="714943" y="167503"/>
                  <a:pt x="714943" y="20884"/>
                </a:cubicBezTo>
                <a:close/>
              </a:path>
            </a:pathLst>
          </a:custGeom>
          <a:noFill/>
        </p:spPr>
        <p:txBody>
          <a:bodyPr wrap="square" bIns="864000" anchor="ctr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Fußzeilenplatzhalt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31FD4F7B-75D0-34AB-50E8-00F67617E16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1852" y="1772816"/>
            <a:ext cx="5183999" cy="504056"/>
          </a:xfrm>
        </p:spPr>
        <p:txBody>
          <a:bodyPr lIns="18000"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Chapter 0X.</a:t>
            </a:r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3B662CD1-20A7-7FCF-36B6-8F04E80142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31852" y="2348880"/>
            <a:ext cx="5184000" cy="1223936"/>
          </a:xfrm>
        </p:spPr>
        <p:txBody>
          <a:bodyPr anchor="t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GB"/>
              <a:t>Chapter title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FC2E49D-109D-F674-5122-39F1FB9101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88288" y="6525360"/>
            <a:ext cx="23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rgbClr val="FFFFFF"/>
                </a:solidFill>
              </a:defRPr>
            </a:lvl1pPr>
          </a:lstStyle>
          <a:p>
            <a:r>
              <a:rPr lang="de-DE"/>
              <a:t>© 2026 BlackBerry Limited. All rights reserved.</a:t>
            </a:r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C2139AD-2954-FBFD-3079-17BBEB9E2E8D}"/>
              </a:ext>
            </a:extLst>
          </p:cNvPr>
          <p:cNvSpPr>
            <a:spLocks noGrp="1" noChangeAspect="1"/>
          </p:cNvSpPr>
          <p:nvPr>
            <p:ph type="body" sz="quarter" idx="16"/>
          </p:nvPr>
        </p:nvSpPr>
        <p:spPr bwMode="black">
          <a:xfrm>
            <a:off x="11060496" y="239458"/>
            <a:ext cx="507600" cy="176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w="0">
            <a:solidFill>
              <a:schemeClr val="tx2">
                <a:alpha val="0"/>
              </a:schemeClr>
            </a:solidFill>
          </a:ln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32964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17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3659" userDrawn="1">
          <p15:clr>
            <a:srgbClr val="5ACBF0"/>
          </p15:clr>
        </p15:guide>
        <p15:guide id="4" orient="horz" pos="2251" userDrawn="1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gray">
          <a:xfrm>
            <a:off x="623888" y="620687"/>
            <a:ext cx="10944224" cy="504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 bwMode="gray">
          <a:xfrm>
            <a:off x="623872" y="1773237"/>
            <a:ext cx="10944224" cy="44640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3B03897-3806-F68F-6FD7-904E56AC4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276490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| Marg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EF220C-C7CD-76AD-9FC1-A0856AB0E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8112125" y="0"/>
            <a:ext cx="4079875" cy="6858000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625397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</a:pPr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5" name="Fußzeilenplatzhalt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gray">
          <a:xfrm>
            <a:off x="623888" y="620687"/>
            <a:ext cx="6911975" cy="504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 bwMode="gray">
          <a:xfrm>
            <a:off x="623872" y="1773238"/>
            <a:ext cx="6911991" cy="446405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57AF223A-9133-4CD7-A24F-37E750D20428}"/>
              </a:ext>
            </a:extLst>
          </p:cNvPr>
          <p:cNvSpPr>
            <a:spLocks noGrp="1"/>
          </p:cNvSpPr>
          <p:nvPr>
            <p:ph idx="16" hasCustomPrompt="1"/>
          </p:nvPr>
        </p:nvSpPr>
        <p:spPr bwMode="gray">
          <a:xfrm>
            <a:off x="8688388" y="1773238"/>
            <a:ext cx="2879725" cy="446405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000"/>
            </a:lvl1pPr>
            <a:lvl2pPr>
              <a:spcBef>
                <a:spcPts val="1200"/>
              </a:spcBef>
              <a:spcAft>
                <a:spcPts val="200"/>
              </a:spcAft>
              <a:defRPr sz="1400"/>
            </a:lvl2pPr>
            <a:lvl3pPr marL="108000" indent="-108000">
              <a:spcBef>
                <a:spcPts val="200"/>
              </a:spcBef>
              <a:spcAft>
                <a:spcPts val="200"/>
              </a:spcAft>
              <a:defRPr sz="1000"/>
            </a:lvl3pPr>
            <a:lvl4pPr marL="216000" indent="-108000">
              <a:spcBef>
                <a:spcPts val="200"/>
              </a:spcBef>
              <a:spcAft>
                <a:spcPts val="200"/>
              </a:spcAft>
              <a:defRPr sz="1000"/>
            </a:lvl4pPr>
            <a:lvl5pPr marL="324000" indent="-108000">
              <a:spcBef>
                <a:spcPts val="200"/>
              </a:spcBef>
              <a:spcAft>
                <a:spcPts val="200"/>
              </a:spcAft>
              <a:defRPr sz="1000"/>
            </a:lvl5pPr>
            <a:lvl6pPr>
              <a:defRPr sz="1000"/>
            </a:lvl6pPr>
            <a:lvl7pPr marL="0">
              <a:defRPr sz="1400"/>
            </a:lvl7pPr>
            <a:lvl8pPr marL="108000">
              <a:defRPr sz="1000"/>
            </a:lvl8pPr>
            <a:lvl9pPr marL="216000">
              <a:defRPr sz="1000"/>
            </a:lvl9pPr>
          </a:lstStyle>
          <a:p>
            <a:pPr lvl="0"/>
            <a:r>
              <a:rPr lang="en-GB"/>
              <a:t>First list level: body text in 10 pt (Please use the "Increase/Decrease List Level" buttons on the “Home" tab to switch between the predefined text formats.) </a:t>
            </a:r>
          </a:p>
          <a:p>
            <a:pPr lvl="1"/>
            <a:r>
              <a:rPr lang="en-GB"/>
              <a:t>2nd level, subheading in 14 pt</a:t>
            </a:r>
          </a:p>
          <a:p>
            <a:pPr lvl="2"/>
            <a:r>
              <a:rPr lang="en-GB"/>
              <a:t>3rd level, 1. bullet list in 10 pt</a:t>
            </a:r>
          </a:p>
          <a:p>
            <a:pPr lvl="3"/>
            <a:r>
              <a:rPr lang="en-GB"/>
              <a:t>4th level, 2. bullet list in 10 pt</a:t>
            </a:r>
          </a:p>
          <a:p>
            <a:pPr lvl="4"/>
            <a:r>
              <a:rPr lang="en-GB"/>
              <a:t>5th level, 3. bullet list in 10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7251B3-800C-C616-EE4B-00036F8126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 bwMode="gray">
          <a:xfrm>
            <a:off x="8688388" y="6525360"/>
            <a:ext cx="2303964" cy="14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sz="700">
                <a:solidFill>
                  <a:srgbClr val="8F8F8B"/>
                </a:solidFill>
                <a:latin typeface="Onest" pitchFamily="2" charset="0"/>
              </a:rPr>
              <a:t>© </a:t>
            </a:r>
            <a:fld id="{65AA3366-D36B-409F-9579-6FB93E52943B}" type="datetimeyyyy">
              <a:rPr lang="en-US" sz="700" smtClean="0">
                <a:solidFill>
                  <a:srgbClr val="8F8F8B"/>
                </a:solidFill>
                <a:latin typeface="Onest" pitchFamily="2" charset="0"/>
              </a:rPr>
              <a:t>2026</a:t>
            </a:fld>
            <a:r>
              <a:rPr lang="en-US" sz="700">
                <a:solidFill>
                  <a:srgbClr val="8F8F8B"/>
                </a:solidFill>
                <a:latin typeface="Onest" pitchFamily="2" charset="0"/>
              </a:rPr>
              <a:t> BlackBerry Limited. All rights reserved.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23073BE-1E83-1BD0-5242-9984833480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623888" y="298800"/>
            <a:ext cx="5184000" cy="144000"/>
          </a:xfr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1D1CE6E-D607-1A05-429F-E791D9E66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 bwMode="ltGray">
          <a:xfrm>
            <a:off x="8112224" y="1773238"/>
            <a:ext cx="0" cy="4469609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Logo">
            <a:extLst>
              <a:ext uri="{FF2B5EF4-FFF2-40B4-BE49-F238E27FC236}">
                <a16:creationId xmlns:a16="http://schemas.microsoft.com/office/drawing/2014/main" id="{A6D92AC3-90E1-30AB-3D66-CED09E8EC3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gray">
          <a:xfrm>
            <a:off x="11060443" y="239793"/>
            <a:ext cx="507653" cy="17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0877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orient="horz" pos="1117" userDrawn="1">
          <p15:clr>
            <a:srgbClr val="5ACBF0"/>
          </p15:clr>
        </p15:guide>
        <p15:guide id="4" orient="horz" pos="391" userDrawn="1">
          <p15:clr>
            <a:srgbClr val="5ACBF0"/>
          </p15:clr>
        </p15:guide>
        <p15:guide id="5" pos="7287" userDrawn="1">
          <p15:clr>
            <a:srgbClr val="5ACBF0"/>
          </p15:clr>
        </p15:guide>
        <p15:guide id="6" pos="5473" userDrawn="1">
          <p15:clr>
            <a:srgbClr val="5ACBF0"/>
          </p15:clr>
        </p15:guide>
        <p15:guide id="7" pos="4747" userDrawn="1">
          <p15:clr>
            <a:srgbClr val="5ACBF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 bwMode="gray">
          <a:xfrm>
            <a:off x="623872" y="1773238"/>
            <a:ext cx="5184000" cy="446405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 bwMode="gray">
          <a:xfrm>
            <a:off x="6383338" y="1773238"/>
            <a:ext cx="5184775" cy="446405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4E22620-C5EB-723D-2103-12C2232EDA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38315779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17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pos="4021" userDrawn="1">
          <p15:clr>
            <a:srgbClr val="5ACBF0"/>
          </p15:clr>
        </p15:guide>
        <p15:guide id="5" pos="3659" userDrawn="1">
          <p15:clr>
            <a:srgbClr val="5ACBF0"/>
          </p15:clr>
        </p15:guide>
        <p15:guide id="6" orient="horz" pos="391" userDrawn="1">
          <p15:clr>
            <a:srgbClr val="5ACBF0"/>
          </p15:clr>
        </p15:guide>
        <p15:guide id="7" orient="horz" pos="3929" userDrawn="1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 bwMode="gray">
          <a:xfrm>
            <a:off x="623872" y="1773237"/>
            <a:ext cx="3240000" cy="44640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 bwMode="gray">
          <a:xfrm>
            <a:off x="4476240" y="1773238"/>
            <a:ext cx="3240000" cy="446407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8" name="Inhaltsplatzhalter 3"/>
          <p:cNvSpPr>
            <a:spLocks noGrp="1"/>
          </p:cNvSpPr>
          <p:nvPr>
            <p:ph sz="half" idx="13" hasCustomPrompt="1"/>
          </p:nvPr>
        </p:nvSpPr>
        <p:spPr bwMode="gray">
          <a:xfrm>
            <a:off x="8328608" y="1773238"/>
            <a:ext cx="3240000" cy="446407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1E0CD1D-FE11-E070-9C4E-136B507BE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709078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  <p15:guide id="6" pos="2434" userDrawn="1">
          <p15:clr>
            <a:srgbClr val="5ACBF0"/>
          </p15:clr>
        </p15:guide>
        <p15:guide id="7" pos="2820" userDrawn="1">
          <p15:clr>
            <a:srgbClr val="5ACBF0"/>
          </p15:clr>
        </p15:guide>
        <p15:guide id="8" pos="4861" userDrawn="1">
          <p15:clr>
            <a:srgbClr val="5ACBF0"/>
          </p15:clr>
        </p15:guide>
        <p15:guide id="9" pos="5246" userDrawn="1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 bwMode="gray">
          <a:xfrm>
            <a:off x="623872" y="1773237"/>
            <a:ext cx="2304000" cy="44640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 bwMode="gray">
          <a:xfrm>
            <a:off x="3503712" y="1773238"/>
            <a:ext cx="2304000" cy="446407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8" name="Inhaltsplatzhalter 3"/>
          <p:cNvSpPr>
            <a:spLocks noGrp="1"/>
          </p:cNvSpPr>
          <p:nvPr>
            <p:ph sz="half" idx="13" hasCustomPrompt="1"/>
          </p:nvPr>
        </p:nvSpPr>
        <p:spPr bwMode="gray">
          <a:xfrm>
            <a:off x="6384032" y="1773238"/>
            <a:ext cx="2304000" cy="446407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9" name="Inhaltsplatzhalter 3">
            <a:extLst>
              <a:ext uri="{FF2B5EF4-FFF2-40B4-BE49-F238E27FC236}">
                <a16:creationId xmlns:a16="http://schemas.microsoft.com/office/drawing/2014/main" id="{8FA3A1E1-08E1-874A-0A45-58B204B3C89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 bwMode="gray">
          <a:xfrm>
            <a:off x="9263118" y="1773238"/>
            <a:ext cx="2304000" cy="446407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4D27B05-6A39-67F6-27D2-3552819AB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623888" y="298800"/>
            <a:ext cx="5184000" cy="144000"/>
          </a:xfr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37128828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  <p15:guide id="6" pos="1844" userDrawn="1">
          <p15:clr>
            <a:srgbClr val="5ACBF0"/>
          </p15:clr>
        </p15:guide>
        <p15:guide id="7" pos="2207" userDrawn="1">
          <p15:clr>
            <a:srgbClr val="5ACBF0"/>
          </p15:clr>
        </p15:guide>
        <p15:guide id="8" pos="3659" userDrawn="1">
          <p15:clr>
            <a:srgbClr val="5ACBF0"/>
          </p15:clr>
        </p15:guide>
        <p15:guide id="9" pos="5473" userDrawn="1">
          <p15:clr>
            <a:srgbClr val="5ACBF0"/>
          </p15:clr>
        </p15:guide>
        <p15:guide id="11" pos="4021" userDrawn="1">
          <p15:clr>
            <a:srgbClr val="5ACBF0"/>
          </p15:clr>
        </p15:guide>
        <p15:guide id="12" pos="5836" userDrawn="1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|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 bwMode="gray">
          <a:xfrm>
            <a:off x="623872" y="1773238"/>
            <a:ext cx="3456000" cy="446405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8" name="Bildplatzhalter 8">
            <a:extLst>
              <a:ext uri="{FF2B5EF4-FFF2-40B4-BE49-F238E27FC236}">
                <a16:creationId xmlns:a16="http://schemas.microsoft.com/office/drawing/2014/main" id="{3AD1590B-28B0-144A-68CD-F0F91D0782B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5232400" y="1773238"/>
            <a:ext cx="6335713" cy="4464050"/>
          </a:xfrm>
          <a:noFill/>
        </p:spPr>
        <p:txBody>
          <a:bodyPr bIns="864000" anchor="ctr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E0BBA77-A61C-80AF-78D9-8C02CD3C0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366042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  <p15:guide id="6" pos="2570" userDrawn="1">
          <p15:clr>
            <a:srgbClr val="5ACBF0"/>
          </p15:clr>
        </p15:guide>
        <p15:guide id="7" pos="3296" userDrawn="1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|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6959600" y="620687"/>
            <a:ext cx="4608512" cy="504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 bwMode="gray">
          <a:xfrm>
            <a:off x="6960096" y="1773238"/>
            <a:ext cx="4608000" cy="446405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8" name="Bildplatzhalter 8">
            <a:extLst>
              <a:ext uri="{FF2B5EF4-FFF2-40B4-BE49-F238E27FC236}">
                <a16:creationId xmlns:a16="http://schemas.microsoft.com/office/drawing/2014/main" id="{3AD1590B-28B0-144A-68CD-F0F91D0782B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623392" y="620713"/>
            <a:ext cx="5184000" cy="5616575"/>
          </a:xfrm>
          <a:noFill/>
        </p:spPr>
        <p:txBody>
          <a:bodyPr bIns="864000" anchor="ctr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A1F83972-D57B-2393-82D2-6CA362BB7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4022514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  <p15:guide id="6" pos="3659" userDrawn="1">
          <p15:clr>
            <a:srgbClr val="5ACBF0"/>
          </p15:clr>
        </p15:guide>
        <p15:guide id="7" pos="4384" userDrawn="1">
          <p15:clr>
            <a:srgbClr val="5ACBF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Bildplatzhalter 8">
            <a:extLst>
              <a:ext uri="{FF2B5EF4-FFF2-40B4-BE49-F238E27FC236}">
                <a16:creationId xmlns:a16="http://schemas.microsoft.com/office/drawing/2014/main" id="{41177C3D-1294-DFF4-E6B0-1F16699BF2C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623872" y="1773238"/>
            <a:ext cx="10944241" cy="4464050"/>
          </a:xfrm>
          <a:noFill/>
        </p:spPr>
        <p:txBody>
          <a:bodyPr bIns="864000" anchor="ctr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CF619C6-A2E4-8B7D-3EB4-FAFDB97CAB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1507138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17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3929" userDrawn="1">
          <p15:clr>
            <a:srgbClr val="5ACBF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326953-2E70-0688-8FC9-8BB3D6019A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88288" y="6525360"/>
            <a:ext cx="23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noFill/>
              </a:defRPr>
            </a:lvl1pPr>
          </a:lstStyle>
          <a:p>
            <a:r>
              <a:rPr lang="de-DE"/>
              <a:t>© 2026 BlackBerry Limited. All rights reserved.</a:t>
            </a:r>
            <a:endParaRPr lang="en-US"/>
          </a:p>
        </p:txBody>
      </p:sp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 lang="en-US" smtClean="0">
                <a:noFill/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>
          <a:xfrm>
            <a:off x="11208112" y="6525360"/>
            <a:ext cx="360000" cy="14400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Callout: Line 2">
            <a:extLst>
              <a:ext uri="{FF2B5EF4-FFF2-40B4-BE49-F238E27FC236}">
                <a16:creationId xmlns:a16="http://schemas.microsoft.com/office/drawing/2014/main" id="{60375E9F-1DDA-9293-C3FF-E9BF484059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12432704" y="1628800"/>
            <a:ext cx="1512168" cy="720080"/>
          </a:xfrm>
          <a:prstGeom prst="borderCallout1">
            <a:avLst>
              <a:gd name="adj1" fmla="val 51313"/>
              <a:gd name="adj2" fmla="val 121"/>
              <a:gd name="adj3" fmla="val 51376"/>
              <a:gd name="adj4" fmla="val -15078"/>
            </a:avLst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sz="1000" noProof="0">
                <a:solidFill>
                  <a:schemeClr val="tx1"/>
                </a:solidFill>
              </a:rPr>
              <a:t>Adjust transparency of the picture to ensure readability.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B8DF295D-CB11-A4FB-5F5E-834306A9FA8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0" y="0"/>
            <a:ext cx="12192000" cy="6858001"/>
          </a:xfrm>
          <a:prstGeom prst="rect">
            <a:avLst/>
          </a:prstGeom>
          <a:noFill/>
        </p:spPr>
        <p:txBody>
          <a:bodyPr wrap="square" bIns="864000" anchor="ctr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28C77865-6467-D50F-9DCF-A6AAA413D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888" y="4365312"/>
            <a:ext cx="5183984" cy="1872000"/>
          </a:xfrm>
          <a:noFill/>
        </p:spPr>
        <p:txBody>
          <a:bodyPr lIns="0" tIns="0" rIns="0" bIns="0" anchor="b"/>
          <a:lstStyle>
            <a:lvl1pPr>
              <a:defRPr lang="en-US" sz="4000" dirty="0">
                <a:solidFill>
                  <a:schemeClr val="tx1"/>
                </a:solidFill>
              </a:defRPr>
            </a:lvl1pPr>
          </a:lstStyle>
          <a:p>
            <a:r>
              <a:rPr lang="en-GB"/>
              <a:t>Add a message aligned to the left or right side</a:t>
            </a: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CE7A0F38-1378-F695-38F8-206336A8527D}"/>
              </a:ext>
            </a:extLst>
          </p:cNvPr>
          <p:cNvSpPr>
            <a:spLocks noGrp="1" noChangeAspect="1"/>
          </p:cNvSpPr>
          <p:nvPr>
            <p:ph type="body" sz="quarter" idx="16"/>
          </p:nvPr>
        </p:nvSpPr>
        <p:spPr bwMode="black">
          <a:xfrm>
            <a:off x="11060496" y="239458"/>
            <a:ext cx="507600" cy="176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w="0">
            <a:solidFill>
              <a:schemeClr val="bg2">
                <a:alpha val="0"/>
              </a:schemeClr>
            </a:solidFill>
          </a:ln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26357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93" userDrawn="1">
          <p15:clr>
            <a:srgbClr val="5ACBF0"/>
          </p15:clr>
        </p15:guide>
        <p15:guide id="4" orient="horz" pos="391" userDrawn="1">
          <p15:clr>
            <a:srgbClr val="5ACBF0"/>
          </p15:clr>
        </p15:guide>
        <p15:guide id="5" pos="7287" userDrawn="1">
          <p15:clr>
            <a:srgbClr val="5ACBF0"/>
          </p15:clr>
        </p15:guide>
        <p15:guide id="6" orient="horz" pos="3929" userDrawn="1">
          <p15:clr>
            <a:srgbClr val="5ACBF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623888" y="1484784"/>
            <a:ext cx="6912000" cy="2880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GB"/>
              <a:t>Topic of statement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7E6804A-B557-0580-B9FF-6543B0B2702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3888" y="2204864"/>
            <a:ext cx="6911975" cy="4032000"/>
          </a:xfrm>
        </p:spPr>
        <p:txBody>
          <a:bodyPr/>
          <a:lstStyle>
            <a:lvl1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3200">
                <a:latin typeface="+mn-lt"/>
              </a:defRPr>
            </a:lvl1pPr>
            <a:lvl2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3200">
                <a:latin typeface="+mn-lt"/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3200">
                <a:latin typeface="+mn-lt"/>
              </a:defRPr>
            </a:lvl3pPr>
            <a:lvl4pPr marL="0" indent="0">
              <a:spcBef>
                <a:spcPts val="600"/>
              </a:spcBef>
              <a:spcAft>
                <a:spcPts val="600"/>
              </a:spcAft>
              <a:buNone/>
              <a:defRPr sz="3200">
                <a:latin typeface="+mn-lt"/>
              </a:defRPr>
            </a:lvl4pPr>
            <a:lvl5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3200">
                <a:latin typeface="+mn-lt"/>
              </a:defRPr>
            </a:lvl5pPr>
            <a:lvl6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3200">
                <a:latin typeface="+mn-lt"/>
              </a:defRPr>
            </a:lvl6pPr>
            <a:lvl7pPr marL="0" indent="0">
              <a:spcBef>
                <a:spcPts val="600"/>
              </a:spcBef>
              <a:spcAft>
                <a:spcPts val="600"/>
              </a:spcAft>
              <a:buNone/>
              <a:defRPr sz="3200">
                <a:latin typeface="+mn-lt"/>
              </a:defRPr>
            </a:lvl7pPr>
            <a:lvl8pPr marL="0" indent="0">
              <a:spcBef>
                <a:spcPts val="600"/>
              </a:spcBef>
              <a:spcAft>
                <a:spcPts val="600"/>
              </a:spcAft>
              <a:buNone/>
              <a:defRPr sz="3200">
                <a:latin typeface="+mn-lt"/>
              </a:defRPr>
            </a:lvl8pPr>
            <a:lvl9pPr marL="0" indent="0">
              <a:spcBef>
                <a:spcPts val="600"/>
              </a:spcBef>
              <a:spcAft>
                <a:spcPts val="600"/>
              </a:spcAft>
              <a:buNone/>
              <a:defRPr sz="3200">
                <a:latin typeface="+mn-lt"/>
              </a:defRPr>
            </a:lvl9pPr>
          </a:lstStyle>
          <a:p>
            <a:pPr lvl="0"/>
            <a:r>
              <a:rPr lang="en-GB"/>
              <a:t>Add an important statement</a:t>
            </a:r>
          </a:p>
          <a:p>
            <a:pPr lvl="1"/>
            <a:endParaRPr lang="en-GB"/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D87F7DD5-FE55-1757-0CD4-20FAE20C2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1467" r="83682" b="11572"/>
          <a:stretch/>
        </p:blipFill>
        <p:spPr>
          <a:xfrm>
            <a:off x="9606976" y="0"/>
            <a:ext cx="2585024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47C0BC4A-2B94-C4C8-BAB0-C51AE88EED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623888" y="298800"/>
            <a:ext cx="5184000" cy="144000"/>
          </a:xfr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  <p:sp>
        <p:nvSpPr>
          <p:cNvPr id="8" name="Box">
            <a:extLst>
              <a:ext uri="{FF2B5EF4-FFF2-40B4-BE49-F238E27FC236}">
                <a16:creationId xmlns:a16="http://schemas.microsoft.com/office/drawing/2014/main" id="{92158078-B084-7032-049C-D8E684B4C9E1}"/>
              </a:ext>
            </a:extLst>
          </p:cNvPr>
          <p:cNvSpPr/>
          <p:nvPr userDrawn="1"/>
        </p:nvSpPr>
        <p:spPr bwMode="gray">
          <a:xfrm>
            <a:off x="10580483" y="-1"/>
            <a:ext cx="1276157" cy="964800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0B7ACAED-396E-E25D-4F15-E1673FF660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gray">
          <a:xfrm>
            <a:off x="11060443" y="239793"/>
            <a:ext cx="507653" cy="17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2440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4747" userDrawn="1">
          <p15:clr>
            <a:srgbClr val="5ACBF0"/>
          </p15:clr>
        </p15:guide>
        <p15:guide id="5" orient="horz" pos="1389" userDrawn="1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C45FCD-6CD9-C35E-4E96-71C11BF3EE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25389905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391" userDrawn="1">
          <p15:clr>
            <a:srgbClr val="5ACBF0"/>
          </p15:clr>
        </p15:guide>
        <p15:guide id="5" orient="horz" pos="1117" userDrawn="1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C820F22-AB0B-FCC4-19F4-47AB9C42AB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3613" y="2913719"/>
            <a:ext cx="2880522" cy="1008112"/>
          </a:xfrm>
        </p:spPr>
        <p:txBody>
          <a:bodyPr tIns="0" anchor="ctr"/>
          <a:lstStyle>
            <a:lvl1pPr>
              <a:defRPr/>
            </a:lvl1pPr>
          </a:lstStyle>
          <a:p>
            <a:r>
              <a:rPr lang="en-GB" noProof="0"/>
              <a:t>Thank you</a:t>
            </a: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6959599" y="3284984"/>
            <a:ext cx="3457575" cy="2952000"/>
          </a:xfrm>
        </p:spPr>
        <p:txBody>
          <a:bodyPr anchor="t"/>
          <a:lstStyle>
            <a:lvl1pPr algn="l">
              <a:spcBef>
                <a:spcPts val="200"/>
              </a:spcBef>
              <a:spcAft>
                <a:spcPts val="200"/>
              </a:spcAft>
              <a:defRPr sz="1800" b="0">
                <a:solidFill>
                  <a:schemeClr val="bg2"/>
                </a:solidFill>
                <a:latin typeface="+mj-lt"/>
              </a:defRPr>
            </a:lvl1pPr>
            <a:lvl2pPr marL="0" indent="0" algn="l">
              <a:spcBef>
                <a:spcPts val="200"/>
              </a:spcBef>
              <a:spcAft>
                <a:spcPts val="1200"/>
              </a:spcAft>
              <a:buFont typeface="Arial" panose="020B0604020202020204" pitchFamily="34" charset="0"/>
              <a:buNone/>
              <a:tabLst>
                <a:tab pos="723900" algn="l"/>
              </a:tabLst>
              <a:defRPr sz="1000" b="0">
                <a:latin typeface="+mn-lt"/>
              </a:defRPr>
            </a:lvl2pPr>
            <a:lvl3pPr marL="0" indent="0" algn="l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3pPr>
            <a:lvl4pPr marL="0" indent="0" algn="l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4pPr>
            <a:lvl5pPr marL="0" indent="0" algn="l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5pPr>
            <a:lvl6pPr marL="0" indent="0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6pPr>
            <a:lvl7pPr marL="0" indent="0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7pPr>
            <a:lvl8pPr marL="0" indent="0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8pPr>
            <a:lvl9pPr marL="0" indent="0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9pPr>
          </a:lstStyle>
          <a:p>
            <a:pPr lvl="0"/>
            <a:r>
              <a:rPr lang="en-GB"/>
              <a:t>Name Surname</a:t>
            </a:r>
          </a:p>
          <a:p>
            <a:pPr lvl="1"/>
            <a:r>
              <a:rPr lang="en-GB"/>
              <a:t>Job title</a:t>
            </a:r>
          </a:p>
          <a:p>
            <a:pPr lvl="2"/>
            <a:r>
              <a:rPr lang="en-GB"/>
              <a:t>Contact data</a:t>
            </a:r>
          </a:p>
          <a:p>
            <a:pPr lvl="3"/>
            <a:endParaRPr lang="en-GB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3784D80-5586-6198-7C51-BAE686880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1467" r="83682" b="11572"/>
          <a:stretch/>
        </p:blipFill>
        <p:spPr>
          <a:xfrm rot="10800000">
            <a:off x="1" y="0"/>
            <a:ext cx="2585024" cy="6858000"/>
          </a:xfrm>
          <a:prstGeom prst="rect">
            <a:avLst/>
          </a:prstGeom>
        </p:spPr>
      </p:pic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14649956-A4E1-EFE1-CA84-A162CF80FA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6959600" y="620712"/>
            <a:ext cx="3457575" cy="2304000"/>
          </a:xfrm>
          <a:noFill/>
        </p:spPr>
        <p:txBody>
          <a:bodyPr bIns="864000" anchor="ctr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38488C-A96B-B4B3-DB18-1F5E65734A3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A4F607-54F9-CE0E-66F1-C7A641F7594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64BB849-B7FC-3952-913B-F400FD5080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88288" y="6525360"/>
            <a:ext cx="23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noFill/>
              </a:defRPr>
            </a:lvl1pPr>
          </a:lstStyle>
          <a:p>
            <a:r>
              <a:rPr lang="de-DE"/>
              <a:t>© 2026 BlackBerry Limited. All rights reserved.</a:t>
            </a:r>
            <a:endParaRPr lang="en-US"/>
          </a:p>
        </p:txBody>
      </p:sp>
      <p:pic>
        <p:nvPicPr>
          <p:cNvPr id="9" name="Logo">
            <a:extLst>
              <a:ext uri="{FF2B5EF4-FFF2-40B4-BE49-F238E27FC236}">
                <a16:creationId xmlns:a16="http://schemas.microsoft.com/office/drawing/2014/main" id="{C2EB24EB-2820-8054-D726-2EC0B4AC53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gray">
          <a:xfrm>
            <a:off x="11060443" y="239793"/>
            <a:ext cx="507653" cy="17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4160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6562" userDrawn="1">
          <p15:clr>
            <a:srgbClr val="5ACBF0"/>
          </p15:clr>
        </p15:guide>
        <p15:guide id="4" orient="horz" pos="391" userDrawn="1">
          <p15:clr>
            <a:srgbClr val="5ACBF0"/>
          </p15:clr>
        </p15:guide>
        <p15:guide id="5" pos="4384" userDrawn="1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Quadrant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BB3A0D8F-9C15-5837-5F96-2D9EA811E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74954" b="22415"/>
          <a:stretch/>
        </p:blipFill>
        <p:spPr>
          <a:xfrm>
            <a:off x="8256241" y="1"/>
            <a:ext cx="393576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42CB579-B7B9-9323-FC1C-A4B06960AB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black">
          <a:xfrm>
            <a:off x="623888" y="3068960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9pPr>
          </a:lstStyle>
          <a:p>
            <a:pPr lvl="0"/>
            <a:r>
              <a:rPr lang="en-GB"/>
              <a:t>Name | Job title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623393" y="3429176"/>
            <a:ext cx="6912470" cy="1224000"/>
          </a:xfrm>
        </p:spPr>
        <p:txBody>
          <a:bodyPr anchor="t"/>
          <a:lstStyle>
            <a:lvl1pPr algn="l">
              <a:defRPr sz="4000" b="0" i="0">
                <a:solidFill>
                  <a:schemeClr val="tx1"/>
                </a:solidFill>
                <a:latin typeface="Onest Medium" pitchFamily="2" charset="0"/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623393" y="4797256"/>
            <a:ext cx="5184000" cy="72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latin typeface="Onest Medium" pitchFamily="2" charset="0"/>
              </a:defRPr>
            </a:lvl1pPr>
            <a:lvl2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2pPr>
            <a:lvl3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3pPr>
            <a:lvl4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4pPr>
            <a:lvl5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5pPr>
            <a:lvl6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6pPr>
            <a:lvl7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7pPr>
            <a:lvl8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8pPr>
            <a:lvl9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9pPr>
          </a:lstStyle>
          <a:p>
            <a:r>
              <a:rPr lang="en-GB"/>
              <a:t>Optional subtitle, use list level 2 to add a date</a:t>
            </a:r>
          </a:p>
          <a:p>
            <a:pPr lvl="1"/>
            <a:r>
              <a:rPr lang="en-GB"/>
              <a:t>Date</a:t>
            </a:r>
          </a:p>
          <a:p>
            <a:pPr lvl="2"/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FFD4DD8-5134-1E7B-85B7-BA5AEFFC30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black">
          <a:xfrm>
            <a:off x="623872" y="6525360"/>
            <a:ext cx="4608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CE58F5-2971-B56C-353C-50DBADA97766}"/>
              </a:ext>
            </a:extLst>
          </p:cNvPr>
          <p:cNvSpPr txBox="1"/>
          <p:nvPr userDrawn="1"/>
        </p:nvSpPr>
        <p:spPr bwMode="black">
          <a:xfrm>
            <a:off x="5231872" y="6525360"/>
            <a:ext cx="2304288" cy="14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GB" sz="700">
                <a:solidFill>
                  <a:schemeClr val="tx1"/>
                </a:solidFill>
                <a:latin typeface="Onest" pitchFamily="2" charset="0"/>
              </a:rPr>
              <a:t>© </a:t>
            </a:r>
            <a:fld id="{F840E9BB-576D-451A-8E58-7560756B2087}" type="datetimeyyyy">
              <a:rPr lang="en-GB" sz="700" smtClean="0">
                <a:solidFill>
                  <a:schemeClr val="tx1"/>
                </a:solidFill>
                <a:latin typeface="Onest" pitchFamily="2" charset="0"/>
              </a:rPr>
              <a:t>2026</a:t>
            </a:fld>
            <a:r>
              <a:rPr lang="en-GB" sz="700">
                <a:solidFill>
                  <a:schemeClr val="tx1"/>
                </a:solidFill>
                <a:latin typeface="Onest" pitchFamily="2" charset="0"/>
              </a:rPr>
              <a:t> </a:t>
            </a:r>
            <a:r>
              <a:rPr lang="en-US" sz="700">
                <a:solidFill>
                  <a:schemeClr val="tx1"/>
                </a:solidFill>
                <a:latin typeface="Onest" pitchFamily="2" charset="0"/>
              </a:rPr>
              <a:t>BlackBerry Limited. All rights reserved.</a:t>
            </a:r>
            <a:endParaRPr lang="en-GB" sz="700">
              <a:solidFill>
                <a:schemeClr val="tx1"/>
              </a:solidFill>
              <a:latin typeface="Onest" pitchFamily="2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8C6CD82-275A-9314-4491-DC4C0241E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623392" y="620689"/>
            <a:ext cx="1080000" cy="374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4917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33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4" pos="4747" userDrawn="1">
          <p15:clr>
            <a:srgbClr val="5ACBF0"/>
          </p15:clr>
        </p15:guide>
        <p15:guide id="5" orient="horz" pos="3475" userDrawn="1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Quadrant Rad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42CB579-B7B9-9323-FC1C-A4B06960AB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black">
          <a:xfrm>
            <a:off x="623888" y="3068960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9pPr>
          </a:lstStyle>
          <a:p>
            <a:pPr lvl="0"/>
            <a:r>
              <a:rPr lang="en-GB"/>
              <a:t>Name | Job title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623393" y="3429176"/>
            <a:ext cx="6912470" cy="1224000"/>
          </a:xfrm>
        </p:spPr>
        <p:txBody>
          <a:bodyPr anchor="t"/>
          <a:lstStyle>
            <a:lvl1pPr algn="l">
              <a:defRPr sz="4000" b="0" i="0">
                <a:solidFill>
                  <a:schemeClr val="tx1"/>
                </a:solidFill>
                <a:latin typeface="Onest Medium" pitchFamily="2" charset="0"/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623393" y="4797256"/>
            <a:ext cx="5184000" cy="72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latin typeface="Onest Medium" pitchFamily="2" charset="0"/>
              </a:defRPr>
            </a:lvl1pPr>
            <a:lvl2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2pPr>
            <a:lvl3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3pPr>
            <a:lvl4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4pPr>
            <a:lvl5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5pPr>
            <a:lvl6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6pPr>
            <a:lvl7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7pPr>
            <a:lvl8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8pPr>
            <a:lvl9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9pPr>
          </a:lstStyle>
          <a:p>
            <a:r>
              <a:rPr lang="en-GB"/>
              <a:t>Optional subtitle, use list level 2 to add a date</a:t>
            </a:r>
          </a:p>
          <a:p>
            <a:pPr lvl="1"/>
            <a:r>
              <a:rPr lang="en-GB"/>
              <a:t>Date</a:t>
            </a:r>
          </a:p>
          <a:p>
            <a:pPr lvl="2"/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FFD4DD8-5134-1E7B-85B7-BA5AEFFC30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black">
          <a:xfrm>
            <a:off x="623872" y="6525360"/>
            <a:ext cx="4608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CE58F5-2971-B56C-353C-50DBADA97766}"/>
              </a:ext>
            </a:extLst>
          </p:cNvPr>
          <p:cNvSpPr txBox="1"/>
          <p:nvPr userDrawn="1"/>
        </p:nvSpPr>
        <p:spPr bwMode="black">
          <a:xfrm>
            <a:off x="5231872" y="6525360"/>
            <a:ext cx="2304288" cy="14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GB" sz="700">
                <a:solidFill>
                  <a:schemeClr val="tx1"/>
                </a:solidFill>
                <a:latin typeface="Onest" pitchFamily="2" charset="0"/>
              </a:rPr>
              <a:t>© </a:t>
            </a:r>
            <a:fld id="{F840E9BB-576D-451A-8E58-7560756B2087}" type="datetimeyyyy">
              <a:rPr lang="en-GB" sz="700" smtClean="0">
                <a:solidFill>
                  <a:schemeClr val="tx1"/>
                </a:solidFill>
                <a:latin typeface="Onest" pitchFamily="2" charset="0"/>
              </a:rPr>
              <a:t>2026</a:t>
            </a:fld>
            <a:r>
              <a:rPr lang="en-GB" sz="700">
                <a:solidFill>
                  <a:schemeClr val="tx1"/>
                </a:solidFill>
                <a:latin typeface="Onest" pitchFamily="2" charset="0"/>
              </a:rPr>
              <a:t> </a:t>
            </a:r>
            <a:r>
              <a:rPr lang="en-US" sz="700">
                <a:solidFill>
                  <a:schemeClr val="tx1"/>
                </a:solidFill>
                <a:latin typeface="Onest" pitchFamily="2" charset="0"/>
              </a:rPr>
              <a:t>BlackBerry Limited. All rights reserved.</a:t>
            </a:r>
            <a:endParaRPr lang="en-GB" sz="700">
              <a:solidFill>
                <a:schemeClr val="tx1"/>
              </a:solidFill>
              <a:latin typeface="Onest" pitchFamily="2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8C6CD82-275A-9314-4491-DC4C0241E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623392" y="620689"/>
            <a:ext cx="1080000" cy="3745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0AABD0FE-C518-0C23-6BFE-D56030024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507" r="50000" b="6507"/>
          <a:stretch/>
        </p:blipFill>
        <p:spPr>
          <a:xfrm>
            <a:off x="8250000" y="0"/>
            <a:ext cx="394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575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33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4" pos="4747" userDrawn="1">
          <p15:clr>
            <a:srgbClr val="5ACBF0"/>
          </p15:clr>
        </p15:guide>
        <p15:guide id="5" orient="horz" pos="3475" userDrawn="1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Half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42CB579-B7B9-9323-FC1C-A4B06960AB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black">
          <a:xfrm>
            <a:off x="623888" y="2132856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9pPr>
          </a:lstStyle>
          <a:p>
            <a:pPr lvl="0"/>
            <a:r>
              <a:rPr lang="en-GB"/>
              <a:t>Name | Job title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623393" y="2493072"/>
            <a:ext cx="5184000" cy="1224000"/>
          </a:xfrm>
        </p:spPr>
        <p:txBody>
          <a:bodyPr anchor="t"/>
          <a:lstStyle>
            <a:lvl1pPr algn="l">
              <a:defRPr sz="4000" b="0" i="0">
                <a:solidFill>
                  <a:schemeClr val="tx1"/>
                </a:solidFill>
                <a:latin typeface="Onest Medium" pitchFamily="2" charset="0"/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623393" y="3861152"/>
            <a:ext cx="5184000" cy="72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latin typeface="Onest Medium" pitchFamily="2" charset="0"/>
              </a:defRPr>
            </a:lvl1pPr>
            <a:lvl2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2pPr>
            <a:lvl3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3pPr>
            <a:lvl4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4pPr>
            <a:lvl5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5pPr>
            <a:lvl6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6pPr>
            <a:lvl7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7pPr>
            <a:lvl8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8pPr>
            <a:lvl9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9pPr>
          </a:lstStyle>
          <a:p>
            <a:r>
              <a:rPr lang="en-GB"/>
              <a:t>Optional subtitle, use list level 2 to add a date</a:t>
            </a:r>
          </a:p>
          <a:p>
            <a:pPr lvl="1"/>
            <a:r>
              <a:rPr lang="en-GB"/>
              <a:t>Date</a:t>
            </a:r>
          </a:p>
          <a:p>
            <a:pPr lvl="2"/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8C6CD82-275A-9314-4491-DC4C0241E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623392" y="620689"/>
            <a:ext cx="1080000" cy="374567"/>
          </a:xfrm>
          <a:prstGeom prst="rect">
            <a:avLst/>
          </a:prstGeom>
        </p:spPr>
      </p:pic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C9DEBE27-D875-6FA1-857C-1FAFA560BB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6092271" y="0"/>
            <a:ext cx="6099728" cy="6858000"/>
          </a:xfrm>
          <a:custGeom>
            <a:avLst/>
            <a:gdLst>
              <a:gd name="connsiteX0" fmla="*/ 2610818 w 6099728"/>
              <a:gd name="connsiteY0" fmla="*/ 0 h 6858000"/>
              <a:gd name="connsiteX1" fmla="*/ 6099728 w 6099728"/>
              <a:gd name="connsiteY1" fmla="*/ 0 h 6858000"/>
              <a:gd name="connsiteX2" fmla="*/ 6099728 w 6099728"/>
              <a:gd name="connsiteY2" fmla="*/ 6858000 h 6858000"/>
              <a:gd name="connsiteX3" fmla="*/ 1895875 w 6099728"/>
              <a:gd name="connsiteY3" fmla="*/ 6858000 h 6858000"/>
              <a:gd name="connsiteX4" fmla="*/ 1895875 w 6099728"/>
              <a:gd name="connsiteY4" fmla="*/ 6116053 h 6858000"/>
              <a:gd name="connsiteX5" fmla="*/ 1985243 w 6099728"/>
              <a:gd name="connsiteY5" fmla="*/ 6116053 h 6858000"/>
              <a:gd name="connsiteX6" fmla="*/ 1985243 w 6099728"/>
              <a:gd name="connsiteY6" fmla="*/ 5350043 h 6858000"/>
              <a:gd name="connsiteX7" fmla="*/ 2074611 w 6099728"/>
              <a:gd name="connsiteY7" fmla="*/ 5350043 h 6858000"/>
              <a:gd name="connsiteX8" fmla="*/ 2074611 w 6099728"/>
              <a:gd name="connsiteY8" fmla="*/ 4584032 h 6858000"/>
              <a:gd name="connsiteX9" fmla="*/ 2163979 w 6099728"/>
              <a:gd name="connsiteY9" fmla="*/ 4584032 h 6858000"/>
              <a:gd name="connsiteX10" fmla="*/ 2163979 w 6099728"/>
              <a:gd name="connsiteY10" fmla="*/ 3818022 h 6858000"/>
              <a:gd name="connsiteX11" fmla="*/ 2253347 w 6099728"/>
              <a:gd name="connsiteY11" fmla="*/ 3818022 h 6858000"/>
              <a:gd name="connsiteX12" fmla="*/ 2253347 w 6099728"/>
              <a:gd name="connsiteY12" fmla="*/ 3052011 h 6858000"/>
              <a:gd name="connsiteX13" fmla="*/ 2342714 w 6099728"/>
              <a:gd name="connsiteY13" fmla="*/ 3052011 h 6858000"/>
              <a:gd name="connsiteX14" fmla="*/ 2342714 w 6099728"/>
              <a:gd name="connsiteY14" fmla="*/ 2286000 h 6858000"/>
              <a:gd name="connsiteX15" fmla="*/ 2432082 w 6099728"/>
              <a:gd name="connsiteY15" fmla="*/ 2286000 h 6858000"/>
              <a:gd name="connsiteX16" fmla="*/ 2432082 w 6099728"/>
              <a:gd name="connsiteY16" fmla="*/ 1519990 h 6858000"/>
              <a:gd name="connsiteX17" fmla="*/ 2521450 w 6099728"/>
              <a:gd name="connsiteY17" fmla="*/ 1519990 h 6858000"/>
              <a:gd name="connsiteX18" fmla="*/ 2521450 w 6099728"/>
              <a:gd name="connsiteY18" fmla="*/ 753979 h 6858000"/>
              <a:gd name="connsiteX19" fmla="*/ 2610818 w 6099728"/>
              <a:gd name="connsiteY19" fmla="*/ 753979 h 6858000"/>
              <a:gd name="connsiteX20" fmla="*/ 2138445 w 6099728"/>
              <a:gd name="connsiteY20" fmla="*/ 0 h 6858000"/>
              <a:gd name="connsiteX21" fmla="*/ 2521450 w 6099728"/>
              <a:gd name="connsiteY21" fmla="*/ 0 h 6858000"/>
              <a:gd name="connsiteX22" fmla="*/ 2521450 w 6099728"/>
              <a:gd name="connsiteY22" fmla="*/ 753979 h 6858000"/>
              <a:gd name="connsiteX23" fmla="*/ 2432082 w 6099728"/>
              <a:gd name="connsiteY23" fmla="*/ 753979 h 6858000"/>
              <a:gd name="connsiteX24" fmla="*/ 2432082 w 6099728"/>
              <a:gd name="connsiteY24" fmla="*/ 1519990 h 6858000"/>
              <a:gd name="connsiteX25" fmla="*/ 2342714 w 6099728"/>
              <a:gd name="connsiteY25" fmla="*/ 1519990 h 6858000"/>
              <a:gd name="connsiteX26" fmla="*/ 2342714 w 6099728"/>
              <a:gd name="connsiteY26" fmla="*/ 2286000 h 6858000"/>
              <a:gd name="connsiteX27" fmla="*/ 2253347 w 6099728"/>
              <a:gd name="connsiteY27" fmla="*/ 2286000 h 6858000"/>
              <a:gd name="connsiteX28" fmla="*/ 2253347 w 6099728"/>
              <a:gd name="connsiteY28" fmla="*/ 3052011 h 6858000"/>
              <a:gd name="connsiteX29" fmla="*/ 2163979 w 6099728"/>
              <a:gd name="connsiteY29" fmla="*/ 3052011 h 6858000"/>
              <a:gd name="connsiteX30" fmla="*/ 2163979 w 6099728"/>
              <a:gd name="connsiteY30" fmla="*/ 3818022 h 6858000"/>
              <a:gd name="connsiteX31" fmla="*/ 2074611 w 6099728"/>
              <a:gd name="connsiteY31" fmla="*/ 3818022 h 6858000"/>
              <a:gd name="connsiteX32" fmla="*/ 2074611 w 6099728"/>
              <a:gd name="connsiteY32" fmla="*/ 4584032 h 6858000"/>
              <a:gd name="connsiteX33" fmla="*/ 1985243 w 6099728"/>
              <a:gd name="connsiteY33" fmla="*/ 4584032 h 6858000"/>
              <a:gd name="connsiteX34" fmla="*/ 1985243 w 6099728"/>
              <a:gd name="connsiteY34" fmla="*/ 5350043 h 6858000"/>
              <a:gd name="connsiteX35" fmla="*/ 1895875 w 6099728"/>
              <a:gd name="connsiteY35" fmla="*/ 5350043 h 6858000"/>
              <a:gd name="connsiteX36" fmla="*/ 1895875 w 6099728"/>
              <a:gd name="connsiteY36" fmla="*/ 6116053 h 6858000"/>
              <a:gd name="connsiteX37" fmla="*/ 1806507 w 6099728"/>
              <a:gd name="connsiteY37" fmla="*/ 6116053 h 6858000"/>
              <a:gd name="connsiteX38" fmla="*/ 1806507 w 6099728"/>
              <a:gd name="connsiteY38" fmla="*/ 6858000 h 6858000"/>
              <a:gd name="connsiteX39" fmla="*/ 1423502 w 6099728"/>
              <a:gd name="connsiteY39" fmla="*/ 6858000 h 6858000"/>
              <a:gd name="connsiteX40" fmla="*/ 1423502 w 6099728"/>
              <a:gd name="connsiteY40" fmla="*/ 6849150 h 6858000"/>
              <a:gd name="connsiteX41" fmla="*/ 1423502 w 6099728"/>
              <a:gd name="connsiteY41" fmla="*/ 6116053 h 6858000"/>
              <a:gd name="connsiteX42" fmla="*/ 1512870 w 6099728"/>
              <a:gd name="connsiteY42" fmla="*/ 6116053 h 6858000"/>
              <a:gd name="connsiteX43" fmla="*/ 1512870 w 6099728"/>
              <a:gd name="connsiteY43" fmla="*/ 5350043 h 6858000"/>
              <a:gd name="connsiteX44" fmla="*/ 1602238 w 6099728"/>
              <a:gd name="connsiteY44" fmla="*/ 5350043 h 6858000"/>
              <a:gd name="connsiteX45" fmla="*/ 1602238 w 6099728"/>
              <a:gd name="connsiteY45" fmla="*/ 4584032 h 6858000"/>
              <a:gd name="connsiteX46" fmla="*/ 1691606 w 6099728"/>
              <a:gd name="connsiteY46" fmla="*/ 4584032 h 6858000"/>
              <a:gd name="connsiteX47" fmla="*/ 1691606 w 6099728"/>
              <a:gd name="connsiteY47" fmla="*/ 3818022 h 6858000"/>
              <a:gd name="connsiteX48" fmla="*/ 1780974 w 6099728"/>
              <a:gd name="connsiteY48" fmla="*/ 3818022 h 6858000"/>
              <a:gd name="connsiteX49" fmla="*/ 1780974 w 6099728"/>
              <a:gd name="connsiteY49" fmla="*/ 3052011 h 6858000"/>
              <a:gd name="connsiteX50" fmla="*/ 1870342 w 6099728"/>
              <a:gd name="connsiteY50" fmla="*/ 3052011 h 6858000"/>
              <a:gd name="connsiteX51" fmla="*/ 1870342 w 6099728"/>
              <a:gd name="connsiteY51" fmla="*/ 2286000 h 6858000"/>
              <a:gd name="connsiteX52" fmla="*/ 1959709 w 6099728"/>
              <a:gd name="connsiteY52" fmla="*/ 2286000 h 6858000"/>
              <a:gd name="connsiteX53" fmla="*/ 1959709 w 6099728"/>
              <a:gd name="connsiteY53" fmla="*/ 1519990 h 6858000"/>
              <a:gd name="connsiteX54" fmla="*/ 2049077 w 6099728"/>
              <a:gd name="connsiteY54" fmla="*/ 1519990 h 6858000"/>
              <a:gd name="connsiteX55" fmla="*/ 2049077 w 6099728"/>
              <a:gd name="connsiteY55" fmla="*/ 753979 h 6858000"/>
              <a:gd name="connsiteX56" fmla="*/ 2138445 w 6099728"/>
              <a:gd name="connsiteY56" fmla="*/ 753979 h 6858000"/>
              <a:gd name="connsiteX57" fmla="*/ 2138445 w 6099728"/>
              <a:gd name="connsiteY57" fmla="*/ 20884 h 6858000"/>
              <a:gd name="connsiteX58" fmla="*/ 1659689 w 6099728"/>
              <a:gd name="connsiteY58" fmla="*/ 0 h 6858000"/>
              <a:gd name="connsiteX59" fmla="*/ 1959709 w 6099728"/>
              <a:gd name="connsiteY59" fmla="*/ 0 h 6858000"/>
              <a:gd name="connsiteX60" fmla="*/ 1959709 w 6099728"/>
              <a:gd name="connsiteY60" fmla="*/ 20884 h 6858000"/>
              <a:gd name="connsiteX61" fmla="*/ 1959709 w 6099728"/>
              <a:gd name="connsiteY61" fmla="*/ 753979 h 6858000"/>
              <a:gd name="connsiteX62" fmla="*/ 1870342 w 6099728"/>
              <a:gd name="connsiteY62" fmla="*/ 753979 h 6858000"/>
              <a:gd name="connsiteX63" fmla="*/ 1870342 w 6099728"/>
              <a:gd name="connsiteY63" fmla="*/ 1519990 h 6858000"/>
              <a:gd name="connsiteX64" fmla="*/ 1780974 w 6099728"/>
              <a:gd name="connsiteY64" fmla="*/ 1519990 h 6858000"/>
              <a:gd name="connsiteX65" fmla="*/ 1780974 w 6099728"/>
              <a:gd name="connsiteY65" fmla="*/ 2286000 h 6858000"/>
              <a:gd name="connsiteX66" fmla="*/ 1691606 w 6099728"/>
              <a:gd name="connsiteY66" fmla="*/ 2286000 h 6858000"/>
              <a:gd name="connsiteX67" fmla="*/ 1691606 w 6099728"/>
              <a:gd name="connsiteY67" fmla="*/ 3052011 h 6858000"/>
              <a:gd name="connsiteX68" fmla="*/ 1602238 w 6099728"/>
              <a:gd name="connsiteY68" fmla="*/ 3052011 h 6858000"/>
              <a:gd name="connsiteX69" fmla="*/ 1602238 w 6099728"/>
              <a:gd name="connsiteY69" fmla="*/ 3818022 h 6858000"/>
              <a:gd name="connsiteX70" fmla="*/ 1512870 w 6099728"/>
              <a:gd name="connsiteY70" fmla="*/ 3818022 h 6858000"/>
              <a:gd name="connsiteX71" fmla="*/ 1512870 w 6099728"/>
              <a:gd name="connsiteY71" fmla="*/ 4584032 h 6858000"/>
              <a:gd name="connsiteX72" fmla="*/ 1423502 w 6099728"/>
              <a:gd name="connsiteY72" fmla="*/ 4584032 h 6858000"/>
              <a:gd name="connsiteX73" fmla="*/ 1423502 w 6099728"/>
              <a:gd name="connsiteY73" fmla="*/ 5350043 h 6858000"/>
              <a:gd name="connsiteX74" fmla="*/ 1334134 w 6099728"/>
              <a:gd name="connsiteY74" fmla="*/ 5350043 h 6858000"/>
              <a:gd name="connsiteX75" fmla="*/ 1334134 w 6099728"/>
              <a:gd name="connsiteY75" fmla="*/ 6116053 h 6858000"/>
              <a:gd name="connsiteX76" fmla="*/ 1244767 w 6099728"/>
              <a:gd name="connsiteY76" fmla="*/ 6116053 h 6858000"/>
              <a:gd name="connsiteX77" fmla="*/ 1244767 w 6099728"/>
              <a:gd name="connsiteY77" fmla="*/ 6849150 h 6858000"/>
              <a:gd name="connsiteX78" fmla="*/ 1244767 w 6099728"/>
              <a:gd name="connsiteY78" fmla="*/ 6858000 h 6858000"/>
              <a:gd name="connsiteX79" fmla="*/ 944746 w 6099728"/>
              <a:gd name="connsiteY79" fmla="*/ 6858000 h 6858000"/>
              <a:gd name="connsiteX80" fmla="*/ 944746 w 6099728"/>
              <a:gd name="connsiteY80" fmla="*/ 6849150 h 6858000"/>
              <a:gd name="connsiteX81" fmla="*/ 944746 w 6099728"/>
              <a:gd name="connsiteY81" fmla="*/ 6116053 h 6858000"/>
              <a:gd name="connsiteX82" fmla="*/ 1034114 w 6099728"/>
              <a:gd name="connsiteY82" fmla="*/ 6116053 h 6858000"/>
              <a:gd name="connsiteX83" fmla="*/ 1034114 w 6099728"/>
              <a:gd name="connsiteY83" fmla="*/ 5350043 h 6858000"/>
              <a:gd name="connsiteX84" fmla="*/ 1123482 w 6099728"/>
              <a:gd name="connsiteY84" fmla="*/ 5350043 h 6858000"/>
              <a:gd name="connsiteX85" fmla="*/ 1123482 w 6099728"/>
              <a:gd name="connsiteY85" fmla="*/ 4584032 h 6858000"/>
              <a:gd name="connsiteX86" fmla="*/ 1212850 w 6099728"/>
              <a:gd name="connsiteY86" fmla="*/ 4584032 h 6858000"/>
              <a:gd name="connsiteX87" fmla="*/ 1212850 w 6099728"/>
              <a:gd name="connsiteY87" fmla="*/ 3818022 h 6858000"/>
              <a:gd name="connsiteX88" fmla="*/ 1302217 w 6099728"/>
              <a:gd name="connsiteY88" fmla="*/ 3818022 h 6858000"/>
              <a:gd name="connsiteX89" fmla="*/ 1302217 w 6099728"/>
              <a:gd name="connsiteY89" fmla="*/ 3052011 h 6858000"/>
              <a:gd name="connsiteX90" fmla="*/ 1391585 w 6099728"/>
              <a:gd name="connsiteY90" fmla="*/ 3052011 h 6858000"/>
              <a:gd name="connsiteX91" fmla="*/ 1391585 w 6099728"/>
              <a:gd name="connsiteY91" fmla="*/ 2286000 h 6858000"/>
              <a:gd name="connsiteX92" fmla="*/ 1480953 w 6099728"/>
              <a:gd name="connsiteY92" fmla="*/ 2286000 h 6858000"/>
              <a:gd name="connsiteX93" fmla="*/ 1480953 w 6099728"/>
              <a:gd name="connsiteY93" fmla="*/ 1519990 h 6858000"/>
              <a:gd name="connsiteX94" fmla="*/ 1570321 w 6099728"/>
              <a:gd name="connsiteY94" fmla="*/ 1519990 h 6858000"/>
              <a:gd name="connsiteX95" fmla="*/ 1570321 w 6099728"/>
              <a:gd name="connsiteY95" fmla="*/ 753979 h 6858000"/>
              <a:gd name="connsiteX96" fmla="*/ 1659689 w 6099728"/>
              <a:gd name="connsiteY96" fmla="*/ 753979 h 6858000"/>
              <a:gd name="connsiteX97" fmla="*/ 1659689 w 6099728"/>
              <a:gd name="connsiteY97" fmla="*/ 20884 h 6858000"/>
              <a:gd name="connsiteX98" fmla="*/ 1187316 w 6099728"/>
              <a:gd name="connsiteY98" fmla="*/ 0 h 6858000"/>
              <a:gd name="connsiteX99" fmla="*/ 1385202 w 6099728"/>
              <a:gd name="connsiteY99" fmla="*/ 0 h 6858000"/>
              <a:gd name="connsiteX100" fmla="*/ 1385202 w 6099728"/>
              <a:gd name="connsiteY100" fmla="*/ 20884 h 6858000"/>
              <a:gd name="connsiteX101" fmla="*/ 1385202 w 6099728"/>
              <a:gd name="connsiteY101" fmla="*/ 753979 h 6858000"/>
              <a:gd name="connsiteX102" fmla="*/ 1295834 w 6099728"/>
              <a:gd name="connsiteY102" fmla="*/ 753979 h 6858000"/>
              <a:gd name="connsiteX103" fmla="*/ 1295834 w 6099728"/>
              <a:gd name="connsiteY103" fmla="*/ 1519990 h 6858000"/>
              <a:gd name="connsiteX104" fmla="*/ 1206466 w 6099728"/>
              <a:gd name="connsiteY104" fmla="*/ 1519990 h 6858000"/>
              <a:gd name="connsiteX105" fmla="*/ 1206466 w 6099728"/>
              <a:gd name="connsiteY105" fmla="*/ 2286000 h 6858000"/>
              <a:gd name="connsiteX106" fmla="*/ 1117098 w 6099728"/>
              <a:gd name="connsiteY106" fmla="*/ 2286000 h 6858000"/>
              <a:gd name="connsiteX107" fmla="*/ 1117098 w 6099728"/>
              <a:gd name="connsiteY107" fmla="*/ 3052011 h 6858000"/>
              <a:gd name="connsiteX108" fmla="*/ 1027730 w 6099728"/>
              <a:gd name="connsiteY108" fmla="*/ 3052011 h 6858000"/>
              <a:gd name="connsiteX109" fmla="*/ 1027730 w 6099728"/>
              <a:gd name="connsiteY109" fmla="*/ 3818022 h 6858000"/>
              <a:gd name="connsiteX110" fmla="*/ 938363 w 6099728"/>
              <a:gd name="connsiteY110" fmla="*/ 3818022 h 6858000"/>
              <a:gd name="connsiteX111" fmla="*/ 938363 w 6099728"/>
              <a:gd name="connsiteY111" fmla="*/ 4584032 h 6858000"/>
              <a:gd name="connsiteX112" fmla="*/ 848995 w 6099728"/>
              <a:gd name="connsiteY112" fmla="*/ 4584032 h 6858000"/>
              <a:gd name="connsiteX113" fmla="*/ 848995 w 6099728"/>
              <a:gd name="connsiteY113" fmla="*/ 5350043 h 6858000"/>
              <a:gd name="connsiteX114" fmla="*/ 759627 w 6099728"/>
              <a:gd name="connsiteY114" fmla="*/ 5350043 h 6858000"/>
              <a:gd name="connsiteX115" fmla="*/ 759627 w 6099728"/>
              <a:gd name="connsiteY115" fmla="*/ 6116053 h 6858000"/>
              <a:gd name="connsiteX116" fmla="*/ 670259 w 6099728"/>
              <a:gd name="connsiteY116" fmla="*/ 6116053 h 6858000"/>
              <a:gd name="connsiteX117" fmla="*/ 670259 w 6099728"/>
              <a:gd name="connsiteY117" fmla="*/ 6849150 h 6858000"/>
              <a:gd name="connsiteX118" fmla="*/ 670259 w 6099728"/>
              <a:gd name="connsiteY118" fmla="*/ 6858000 h 6858000"/>
              <a:gd name="connsiteX119" fmla="*/ 472373 w 6099728"/>
              <a:gd name="connsiteY119" fmla="*/ 6858000 h 6858000"/>
              <a:gd name="connsiteX120" fmla="*/ 472373 w 6099728"/>
              <a:gd name="connsiteY120" fmla="*/ 6849150 h 6858000"/>
              <a:gd name="connsiteX121" fmla="*/ 472373 w 6099728"/>
              <a:gd name="connsiteY121" fmla="*/ 6116053 h 6858000"/>
              <a:gd name="connsiteX122" fmla="*/ 561741 w 6099728"/>
              <a:gd name="connsiteY122" fmla="*/ 6116053 h 6858000"/>
              <a:gd name="connsiteX123" fmla="*/ 561741 w 6099728"/>
              <a:gd name="connsiteY123" fmla="*/ 5350043 h 6858000"/>
              <a:gd name="connsiteX124" fmla="*/ 651109 w 6099728"/>
              <a:gd name="connsiteY124" fmla="*/ 5350043 h 6858000"/>
              <a:gd name="connsiteX125" fmla="*/ 651109 w 6099728"/>
              <a:gd name="connsiteY125" fmla="*/ 4584032 h 6858000"/>
              <a:gd name="connsiteX126" fmla="*/ 740477 w 6099728"/>
              <a:gd name="connsiteY126" fmla="*/ 4584032 h 6858000"/>
              <a:gd name="connsiteX127" fmla="*/ 740477 w 6099728"/>
              <a:gd name="connsiteY127" fmla="*/ 3818022 h 6858000"/>
              <a:gd name="connsiteX128" fmla="*/ 829845 w 6099728"/>
              <a:gd name="connsiteY128" fmla="*/ 3818022 h 6858000"/>
              <a:gd name="connsiteX129" fmla="*/ 829845 w 6099728"/>
              <a:gd name="connsiteY129" fmla="*/ 3052011 h 6858000"/>
              <a:gd name="connsiteX130" fmla="*/ 919212 w 6099728"/>
              <a:gd name="connsiteY130" fmla="*/ 3052011 h 6858000"/>
              <a:gd name="connsiteX131" fmla="*/ 919212 w 6099728"/>
              <a:gd name="connsiteY131" fmla="*/ 2286000 h 6858000"/>
              <a:gd name="connsiteX132" fmla="*/ 1008580 w 6099728"/>
              <a:gd name="connsiteY132" fmla="*/ 2286000 h 6858000"/>
              <a:gd name="connsiteX133" fmla="*/ 1008580 w 6099728"/>
              <a:gd name="connsiteY133" fmla="*/ 1519990 h 6858000"/>
              <a:gd name="connsiteX134" fmla="*/ 1097948 w 6099728"/>
              <a:gd name="connsiteY134" fmla="*/ 1519990 h 6858000"/>
              <a:gd name="connsiteX135" fmla="*/ 1097948 w 6099728"/>
              <a:gd name="connsiteY135" fmla="*/ 753979 h 6858000"/>
              <a:gd name="connsiteX136" fmla="*/ 1187316 w 6099728"/>
              <a:gd name="connsiteY136" fmla="*/ 753979 h 6858000"/>
              <a:gd name="connsiteX137" fmla="*/ 1187316 w 6099728"/>
              <a:gd name="connsiteY137" fmla="*/ 20884 h 6858000"/>
              <a:gd name="connsiteX138" fmla="*/ 714943 w 6099728"/>
              <a:gd name="connsiteY138" fmla="*/ 0 h 6858000"/>
              <a:gd name="connsiteX139" fmla="*/ 823461 w 6099728"/>
              <a:gd name="connsiteY139" fmla="*/ 0 h 6858000"/>
              <a:gd name="connsiteX140" fmla="*/ 823461 w 6099728"/>
              <a:gd name="connsiteY140" fmla="*/ 20884 h 6858000"/>
              <a:gd name="connsiteX141" fmla="*/ 823461 w 6099728"/>
              <a:gd name="connsiteY141" fmla="*/ 753979 h 6858000"/>
              <a:gd name="connsiteX142" fmla="*/ 734093 w 6099728"/>
              <a:gd name="connsiteY142" fmla="*/ 753979 h 6858000"/>
              <a:gd name="connsiteX143" fmla="*/ 734093 w 6099728"/>
              <a:gd name="connsiteY143" fmla="*/ 1519990 h 6858000"/>
              <a:gd name="connsiteX144" fmla="*/ 644725 w 6099728"/>
              <a:gd name="connsiteY144" fmla="*/ 1519990 h 6858000"/>
              <a:gd name="connsiteX145" fmla="*/ 644725 w 6099728"/>
              <a:gd name="connsiteY145" fmla="*/ 2286000 h 6858000"/>
              <a:gd name="connsiteX146" fmla="*/ 555358 w 6099728"/>
              <a:gd name="connsiteY146" fmla="*/ 2286000 h 6858000"/>
              <a:gd name="connsiteX147" fmla="*/ 555358 w 6099728"/>
              <a:gd name="connsiteY147" fmla="*/ 3052011 h 6858000"/>
              <a:gd name="connsiteX148" fmla="*/ 465990 w 6099728"/>
              <a:gd name="connsiteY148" fmla="*/ 3052011 h 6858000"/>
              <a:gd name="connsiteX149" fmla="*/ 465990 w 6099728"/>
              <a:gd name="connsiteY149" fmla="*/ 3818022 h 6858000"/>
              <a:gd name="connsiteX150" fmla="*/ 376622 w 6099728"/>
              <a:gd name="connsiteY150" fmla="*/ 3818022 h 6858000"/>
              <a:gd name="connsiteX151" fmla="*/ 376622 w 6099728"/>
              <a:gd name="connsiteY151" fmla="*/ 4584032 h 6858000"/>
              <a:gd name="connsiteX152" fmla="*/ 287254 w 6099728"/>
              <a:gd name="connsiteY152" fmla="*/ 4584032 h 6858000"/>
              <a:gd name="connsiteX153" fmla="*/ 287254 w 6099728"/>
              <a:gd name="connsiteY153" fmla="*/ 5350043 h 6858000"/>
              <a:gd name="connsiteX154" fmla="*/ 197886 w 6099728"/>
              <a:gd name="connsiteY154" fmla="*/ 5350043 h 6858000"/>
              <a:gd name="connsiteX155" fmla="*/ 197886 w 6099728"/>
              <a:gd name="connsiteY155" fmla="*/ 6116053 h 6858000"/>
              <a:gd name="connsiteX156" fmla="*/ 108518 w 6099728"/>
              <a:gd name="connsiteY156" fmla="*/ 6116053 h 6858000"/>
              <a:gd name="connsiteX157" fmla="*/ 108518 w 6099728"/>
              <a:gd name="connsiteY157" fmla="*/ 6849150 h 6858000"/>
              <a:gd name="connsiteX158" fmla="*/ 108518 w 6099728"/>
              <a:gd name="connsiteY158" fmla="*/ 6858000 h 6858000"/>
              <a:gd name="connsiteX159" fmla="*/ 0 w 6099728"/>
              <a:gd name="connsiteY159" fmla="*/ 6858000 h 6858000"/>
              <a:gd name="connsiteX160" fmla="*/ 0 w 6099728"/>
              <a:gd name="connsiteY160" fmla="*/ 6849150 h 6858000"/>
              <a:gd name="connsiteX161" fmla="*/ 0 w 6099728"/>
              <a:gd name="connsiteY161" fmla="*/ 6116053 h 6858000"/>
              <a:gd name="connsiteX162" fmla="*/ 89368 w 6099728"/>
              <a:gd name="connsiteY162" fmla="*/ 6116053 h 6858000"/>
              <a:gd name="connsiteX163" fmla="*/ 89368 w 6099728"/>
              <a:gd name="connsiteY163" fmla="*/ 5350043 h 6858000"/>
              <a:gd name="connsiteX164" fmla="*/ 178736 w 6099728"/>
              <a:gd name="connsiteY164" fmla="*/ 5350043 h 6858000"/>
              <a:gd name="connsiteX165" fmla="*/ 178736 w 6099728"/>
              <a:gd name="connsiteY165" fmla="*/ 4584032 h 6858000"/>
              <a:gd name="connsiteX166" fmla="*/ 268104 w 6099728"/>
              <a:gd name="connsiteY166" fmla="*/ 4584032 h 6858000"/>
              <a:gd name="connsiteX167" fmla="*/ 268104 w 6099728"/>
              <a:gd name="connsiteY167" fmla="*/ 3818022 h 6858000"/>
              <a:gd name="connsiteX168" fmla="*/ 357472 w 6099728"/>
              <a:gd name="connsiteY168" fmla="*/ 3818022 h 6858000"/>
              <a:gd name="connsiteX169" fmla="*/ 357472 w 6099728"/>
              <a:gd name="connsiteY169" fmla="*/ 3052011 h 6858000"/>
              <a:gd name="connsiteX170" fmla="*/ 446839 w 6099728"/>
              <a:gd name="connsiteY170" fmla="*/ 3052011 h 6858000"/>
              <a:gd name="connsiteX171" fmla="*/ 446839 w 6099728"/>
              <a:gd name="connsiteY171" fmla="*/ 2286000 h 6858000"/>
              <a:gd name="connsiteX172" fmla="*/ 536207 w 6099728"/>
              <a:gd name="connsiteY172" fmla="*/ 2286000 h 6858000"/>
              <a:gd name="connsiteX173" fmla="*/ 536207 w 6099728"/>
              <a:gd name="connsiteY173" fmla="*/ 1519990 h 6858000"/>
              <a:gd name="connsiteX174" fmla="*/ 625575 w 6099728"/>
              <a:gd name="connsiteY174" fmla="*/ 1519990 h 6858000"/>
              <a:gd name="connsiteX175" fmla="*/ 625575 w 6099728"/>
              <a:gd name="connsiteY175" fmla="*/ 753979 h 6858000"/>
              <a:gd name="connsiteX176" fmla="*/ 714943 w 6099728"/>
              <a:gd name="connsiteY176" fmla="*/ 753979 h 6858000"/>
              <a:gd name="connsiteX177" fmla="*/ 714943 w 6099728"/>
              <a:gd name="connsiteY177" fmla="*/ 2088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</a:cxnLst>
            <a:rect l="l" t="t" r="r" b="b"/>
            <a:pathLst>
              <a:path w="6099728" h="6858000">
                <a:moveTo>
                  <a:pt x="2610818" y="0"/>
                </a:moveTo>
                <a:lnTo>
                  <a:pt x="6099728" y="0"/>
                </a:lnTo>
                <a:lnTo>
                  <a:pt x="6099728" y="6858000"/>
                </a:lnTo>
                <a:lnTo>
                  <a:pt x="1895875" y="6858000"/>
                </a:lnTo>
                <a:lnTo>
                  <a:pt x="1895875" y="6116053"/>
                </a:lnTo>
                <a:lnTo>
                  <a:pt x="1985243" y="6116053"/>
                </a:lnTo>
                <a:cubicBezTo>
                  <a:pt x="1985243" y="6116053"/>
                  <a:pt x="1985243" y="5350043"/>
                  <a:pt x="1985243" y="5350043"/>
                </a:cubicBezTo>
                <a:lnTo>
                  <a:pt x="2074611" y="5350043"/>
                </a:lnTo>
                <a:cubicBezTo>
                  <a:pt x="2074611" y="5350043"/>
                  <a:pt x="2074611" y="4584032"/>
                  <a:pt x="2074611" y="4584032"/>
                </a:cubicBezTo>
                <a:lnTo>
                  <a:pt x="2163979" y="4584032"/>
                </a:lnTo>
                <a:cubicBezTo>
                  <a:pt x="2163979" y="4584032"/>
                  <a:pt x="2163979" y="3818022"/>
                  <a:pt x="2163979" y="3818022"/>
                </a:cubicBezTo>
                <a:lnTo>
                  <a:pt x="2253347" y="3818022"/>
                </a:lnTo>
                <a:cubicBezTo>
                  <a:pt x="2253347" y="3818022"/>
                  <a:pt x="2253347" y="3052011"/>
                  <a:pt x="2253347" y="3052011"/>
                </a:cubicBezTo>
                <a:lnTo>
                  <a:pt x="2342714" y="3052011"/>
                </a:lnTo>
                <a:cubicBezTo>
                  <a:pt x="2342714" y="3052011"/>
                  <a:pt x="2342714" y="2286000"/>
                  <a:pt x="2342714" y="2286000"/>
                </a:cubicBezTo>
                <a:lnTo>
                  <a:pt x="2432082" y="2286000"/>
                </a:lnTo>
                <a:cubicBezTo>
                  <a:pt x="2432082" y="2286000"/>
                  <a:pt x="2432082" y="1519990"/>
                  <a:pt x="2432082" y="1519990"/>
                </a:cubicBezTo>
                <a:lnTo>
                  <a:pt x="2521450" y="1519990"/>
                </a:lnTo>
                <a:cubicBezTo>
                  <a:pt x="2521450" y="1519990"/>
                  <a:pt x="2521450" y="753979"/>
                  <a:pt x="2521450" y="753979"/>
                </a:cubicBezTo>
                <a:cubicBezTo>
                  <a:pt x="2521450" y="753979"/>
                  <a:pt x="2610818" y="753979"/>
                  <a:pt x="2610818" y="753979"/>
                </a:cubicBezTo>
                <a:close/>
                <a:moveTo>
                  <a:pt x="2138445" y="0"/>
                </a:moveTo>
                <a:lnTo>
                  <a:pt x="2521450" y="0"/>
                </a:lnTo>
                <a:lnTo>
                  <a:pt x="2521450" y="753979"/>
                </a:lnTo>
                <a:lnTo>
                  <a:pt x="2432082" y="753979"/>
                </a:lnTo>
                <a:cubicBezTo>
                  <a:pt x="2432082" y="753979"/>
                  <a:pt x="2432082" y="1519990"/>
                  <a:pt x="2432082" y="1519990"/>
                </a:cubicBezTo>
                <a:lnTo>
                  <a:pt x="2342714" y="1519990"/>
                </a:lnTo>
                <a:cubicBezTo>
                  <a:pt x="2342714" y="1519990"/>
                  <a:pt x="2342714" y="2286000"/>
                  <a:pt x="2342714" y="2286000"/>
                </a:cubicBezTo>
                <a:lnTo>
                  <a:pt x="2253347" y="2286000"/>
                </a:lnTo>
                <a:cubicBezTo>
                  <a:pt x="2253347" y="2286000"/>
                  <a:pt x="2253347" y="3052011"/>
                  <a:pt x="2253347" y="3052011"/>
                </a:cubicBezTo>
                <a:lnTo>
                  <a:pt x="2163979" y="3052011"/>
                </a:lnTo>
                <a:cubicBezTo>
                  <a:pt x="2163979" y="3052011"/>
                  <a:pt x="2163979" y="3818022"/>
                  <a:pt x="2163979" y="3818022"/>
                </a:cubicBezTo>
                <a:lnTo>
                  <a:pt x="2074611" y="3818022"/>
                </a:lnTo>
                <a:cubicBezTo>
                  <a:pt x="2074611" y="3818022"/>
                  <a:pt x="2074611" y="4584032"/>
                  <a:pt x="2074611" y="4584032"/>
                </a:cubicBezTo>
                <a:lnTo>
                  <a:pt x="1985243" y="4584032"/>
                </a:lnTo>
                <a:cubicBezTo>
                  <a:pt x="1985243" y="4584032"/>
                  <a:pt x="1985243" y="5350043"/>
                  <a:pt x="1985243" y="5350043"/>
                </a:cubicBezTo>
                <a:lnTo>
                  <a:pt x="1895875" y="5350043"/>
                </a:lnTo>
                <a:cubicBezTo>
                  <a:pt x="1895875" y="5350043"/>
                  <a:pt x="1895875" y="6116053"/>
                  <a:pt x="1895875" y="6116053"/>
                </a:cubicBezTo>
                <a:lnTo>
                  <a:pt x="1806507" y="6116053"/>
                </a:lnTo>
                <a:lnTo>
                  <a:pt x="1806507" y="6858000"/>
                </a:lnTo>
                <a:lnTo>
                  <a:pt x="1423502" y="6858000"/>
                </a:lnTo>
                <a:lnTo>
                  <a:pt x="1423502" y="6849150"/>
                </a:lnTo>
                <a:cubicBezTo>
                  <a:pt x="1423502" y="6702530"/>
                  <a:pt x="1423502" y="6116053"/>
                  <a:pt x="1423502" y="6116053"/>
                </a:cubicBezTo>
                <a:lnTo>
                  <a:pt x="1512870" y="6116053"/>
                </a:lnTo>
                <a:cubicBezTo>
                  <a:pt x="1512870" y="6116053"/>
                  <a:pt x="1512870" y="5350043"/>
                  <a:pt x="1512870" y="5350043"/>
                </a:cubicBezTo>
                <a:lnTo>
                  <a:pt x="1602238" y="5350043"/>
                </a:lnTo>
                <a:cubicBezTo>
                  <a:pt x="1602238" y="5350043"/>
                  <a:pt x="1602238" y="4584032"/>
                  <a:pt x="1602238" y="4584032"/>
                </a:cubicBezTo>
                <a:lnTo>
                  <a:pt x="1691606" y="4584032"/>
                </a:lnTo>
                <a:cubicBezTo>
                  <a:pt x="1691606" y="4584032"/>
                  <a:pt x="1691606" y="3818022"/>
                  <a:pt x="1691606" y="3818022"/>
                </a:cubicBezTo>
                <a:lnTo>
                  <a:pt x="1780974" y="3818022"/>
                </a:lnTo>
                <a:cubicBezTo>
                  <a:pt x="1780974" y="3818022"/>
                  <a:pt x="1780974" y="3052011"/>
                  <a:pt x="1780974" y="3052011"/>
                </a:cubicBezTo>
                <a:lnTo>
                  <a:pt x="1870342" y="3052011"/>
                </a:lnTo>
                <a:cubicBezTo>
                  <a:pt x="1870342" y="3052011"/>
                  <a:pt x="1870342" y="2286000"/>
                  <a:pt x="1870342" y="2286000"/>
                </a:cubicBezTo>
                <a:lnTo>
                  <a:pt x="1959709" y="2286000"/>
                </a:lnTo>
                <a:cubicBezTo>
                  <a:pt x="1959709" y="2286000"/>
                  <a:pt x="1959709" y="1519990"/>
                  <a:pt x="1959709" y="1519990"/>
                </a:cubicBezTo>
                <a:lnTo>
                  <a:pt x="2049077" y="1519990"/>
                </a:lnTo>
                <a:cubicBezTo>
                  <a:pt x="2049077" y="1519990"/>
                  <a:pt x="2049077" y="753979"/>
                  <a:pt x="2049077" y="753979"/>
                </a:cubicBezTo>
                <a:lnTo>
                  <a:pt x="2138445" y="753979"/>
                </a:lnTo>
                <a:cubicBezTo>
                  <a:pt x="2138445" y="753979"/>
                  <a:pt x="2138445" y="167503"/>
                  <a:pt x="2138445" y="20884"/>
                </a:cubicBezTo>
                <a:close/>
                <a:moveTo>
                  <a:pt x="1659689" y="0"/>
                </a:moveTo>
                <a:lnTo>
                  <a:pt x="1959709" y="0"/>
                </a:lnTo>
                <a:lnTo>
                  <a:pt x="1959709" y="20884"/>
                </a:lnTo>
                <a:cubicBezTo>
                  <a:pt x="1959709" y="167503"/>
                  <a:pt x="1959709" y="753979"/>
                  <a:pt x="1959709" y="753979"/>
                </a:cubicBezTo>
                <a:lnTo>
                  <a:pt x="1870342" y="753979"/>
                </a:lnTo>
                <a:cubicBezTo>
                  <a:pt x="1870342" y="753979"/>
                  <a:pt x="1870342" y="1519990"/>
                  <a:pt x="1870342" y="1519990"/>
                </a:cubicBezTo>
                <a:lnTo>
                  <a:pt x="1780974" y="1519990"/>
                </a:lnTo>
                <a:cubicBezTo>
                  <a:pt x="1780974" y="1519990"/>
                  <a:pt x="1780974" y="2286000"/>
                  <a:pt x="1780974" y="2286000"/>
                </a:cubicBezTo>
                <a:lnTo>
                  <a:pt x="1691606" y="2286000"/>
                </a:lnTo>
                <a:cubicBezTo>
                  <a:pt x="1691606" y="2286000"/>
                  <a:pt x="1691606" y="3052011"/>
                  <a:pt x="1691606" y="3052011"/>
                </a:cubicBezTo>
                <a:lnTo>
                  <a:pt x="1602238" y="3052011"/>
                </a:lnTo>
                <a:cubicBezTo>
                  <a:pt x="1602238" y="3052011"/>
                  <a:pt x="1602238" y="3818022"/>
                  <a:pt x="1602238" y="3818022"/>
                </a:cubicBezTo>
                <a:lnTo>
                  <a:pt x="1512870" y="3818022"/>
                </a:lnTo>
                <a:cubicBezTo>
                  <a:pt x="1512870" y="3818022"/>
                  <a:pt x="1512870" y="4584032"/>
                  <a:pt x="1512870" y="4584032"/>
                </a:cubicBezTo>
                <a:lnTo>
                  <a:pt x="1423502" y="4584032"/>
                </a:lnTo>
                <a:cubicBezTo>
                  <a:pt x="1423502" y="4584032"/>
                  <a:pt x="1423502" y="5350043"/>
                  <a:pt x="1423502" y="5350043"/>
                </a:cubicBezTo>
                <a:lnTo>
                  <a:pt x="1334134" y="5350043"/>
                </a:lnTo>
                <a:cubicBezTo>
                  <a:pt x="1334134" y="5350043"/>
                  <a:pt x="1334134" y="6116053"/>
                  <a:pt x="1334134" y="6116053"/>
                </a:cubicBezTo>
                <a:lnTo>
                  <a:pt x="1244767" y="6116053"/>
                </a:lnTo>
                <a:cubicBezTo>
                  <a:pt x="1244767" y="6116053"/>
                  <a:pt x="1244767" y="6702530"/>
                  <a:pt x="1244767" y="6849150"/>
                </a:cubicBezTo>
                <a:lnTo>
                  <a:pt x="1244767" y="6858000"/>
                </a:lnTo>
                <a:lnTo>
                  <a:pt x="944746" y="6858000"/>
                </a:lnTo>
                <a:lnTo>
                  <a:pt x="944746" y="6849150"/>
                </a:lnTo>
                <a:cubicBezTo>
                  <a:pt x="944746" y="6702530"/>
                  <a:pt x="944746" y="6116053"/>
                  <a:pt x="944746" y="6116053"/>
                </a:cubicBezTo>
                <a:lnTo>
                  <a:pt x="1034114" y="6116053"/>
                </a:lnTo>
                <a:cubicBezTo>
                  <a:pt x="1034114" y="6116053"/>
                  <a:pt x="1034114" y="5350043"/>
                  <a:pt x="1034114" y="5350043"/>
                </a:cubicBezTo>
                <a:lnTo>
                  <a:pt x="1123482" y="5350043"/>
                </a:lnTo>
                <a:cubicBezTo>
                  <a:pt x="1123482" y="5350043"/>
                  <a:pt x="1123482" y="4584032"/>
                  <a:pt x="1123482" y="4584032"/>
                </a:cubicBezTo>
                <a:lnTo>
                  <a:pt x="1212850" y="4584032"/>
                </a:lnTo>
                <a:cubicBezTo>
                  <a:pt x="1212850" y="4584032"/>
                  <a:pt x="1212850" y="3818022"/>
                  <a:pt x="1212850" y="3818022"/>
                </a:cubicBezTo>
                <a:lnTo>
                  <a:pt x="1302217" y="3818022"/>
                </a:lnTo>
                <a:cubicBezTo>
                  <a:pt x="1302217" y="3818022"/>
                  <a:pt x="1302217" y="3052011"/>
                  <a:pt x="1302217" y="3052011"/>
                </a:cubicBezTo>
                <a:lnTo>
                  <a:pt x="1391585" y="3052011"/>
                </a:lnTo>
                <a:cubicBezTo>
                  <a:pt x="1391585" y="3052011"/>
                  <a:pt x="1391585" y="2286000"/>
                  <a:pt x="1391585" y="2286000"/>
                </a:cubicBezTo>
                <a:lnTo>
                  <a:pt x="1480953" y="2286000"/>
                </a:lnTo>
                <a:cubicBezTo>
                  <a:pt x="1480953" y="2286000"/>
                  <a:pt x="1480953" y="1519990"/>
                  <a:pt x="1480953" y="1519990"/>
                </a:cubicBezTo>
                <a:lnTo>
                  <a:pt x="1570321" y="1519990"/>
                </a:lnTo>
                <a:cubicBezTo>
                  <a:pt x="1570321" y="1519990"/>
                  <a:pt x="1570321" y="753979"/>
                  <a:pt x="1570321" y="753979"/>
                </a:cubicBezTo>
                <a:lnTo>
                  <a:pt x="1659689" y="753979"/>
                </a:lnTo>
                <a:cubicBezTo>
                  <a:pt x="1659689" y="753979"/>
                  <a:pt x="1659689" y="167503"/>
                  <a:pt x="1659689" y="20884"/>
                </a:cubicBezTo>
                <a:close/>
                <a:moveTo>
                  <a:pt x="1187316" y="0"/>
                </a:moveTo>
                <a:lnTo>
                  <a:pt x="1385202" y="0"/>
                </a:lnTo>
                <a:lnTo>
                  <a:pt x="1385202" y="20884"/>
                </a:lnTo>
                <a:cubicBezTo>
                  <a:pt x="1385202" y="167503"/>
                  <a:pt x="1385202" y="753979"/>
                  <a:pt x="1385202" y="753979"/>
                </a:cubicBezTo>
                <a:lnTo>
                  <a:pt x="1295834" y="753979"/>
                </a:lnTo>
                <a:cubicBezTo>
                  <a:pt x="1295834" y="753979"/>
                  <a:pt x="1295834" y="1519990"/>
                  <a:pt x="1295834" y="1519990"/>
                </a:cubicBezTo>
                <a:lnTo>
                  <a:pt x="1206466" y="1519990"/>
                </a:lnTo>
                <a:cubicBezTo>
                  <a:pt x="1206466" y="1519990"/>
                  <a:pt x="1206466" y="2286000"/>
                  <a:pt x="1206466" y="2286000"/>
                </a:cubicBezTo>
                <a:lnTo>
                  <a:pt x="1117098" y="2286000"/>
                </a:lnTo>
                <a:cubicBezTo>
                  <a:pt x="1117098" y="2286000"/>
                  <a:pt x="1117098" y="3052011"/>
                  <a:pt x="1117098" y="3052011"/>
                </a:cubicBezTo>
                <a:lnTo>
                  <a:pt x="1027730" y="3052011"/>
                </a:lnTo>
                <a:cubicBezTo>
                  <a:pt x="1027730" y="3052011"/>
                  <a:pt x="1027730" y="3818022"/>
                  <a:pt x="1027730" y="3818022"/>
                </a:cubicBezTo>
                <a:lnTo>
                  <a:pt x="938363" y="3818022"/>
                </a:lnTo>
                <a:cubicBezTo>
                  <a:pt x="938363" y="3818022"/>
                  <a:pt x="938363" y="4584032"/>
                  <a:pt x="938363" y="4584032"/>
                </a:cubicBezTo>
                <a:lnTo>
                  <a:pt x="848995" y="4584032"/>
                </a:lnTo>
                <a:cubicBezTo>
                  <a:pt x="848995" y="4584032"/>
                  <a:pt x="848995" y="5350043"/>
                  <a:pt x="848995" y="5350043"/>
                </a:cubicBezTo>
                <a:lnTo>
                  <a:pt x="759627" y="5350043"/>
                </a:lnTo>
                <a:cubicBezTo>
                  <a:pt x="759627" y="5350043"/>
                  <a:pt x="759627" y="6116053"/>
                  <a:pt x="759627" y="6116053"/>
                </a:cubicBezTo>
                <a:lnTo>
                  <a:pt x="670259" y="6116053"/>
                </a:lnTo>
                <a:cubicBezTo>
                  <a:pt x="670259" y="6116053"/>
                  <a:pt x="670259" y="6702530"/>
                  <a:pt x="670259" y="6849150"/>
                </a:cubicBezTo>
                <a:lnTo>
                  <a:pt x="670259" y="6858000"/>
                </a:lnTo>
                <a:lnTo>
                  <a:pt x="472373" y="6858000"/>
                </a:lnTo>
                <a:lnTo>
                  <a:pt x="472373" y="6849150"/>
                </a:lnTo>
                <a:cubicBezTo>
                  <a:pt x="472373" y="6702530"/>
                  <a:pt x="472373" y="6116053"/>
                  <a:pt x="472373" y="6116053"/>
                </a:cubicBezTo>
                <a:lnTo>
                  <a:pt x="561741" y="6116053"/>
                </a:lnTo>
                <a:cubicBezTo>
                  <a:pt x="561741" y="6116053"/>
                  <a:pt x="561741" y="5350043"/>
                  <a:pt x="561741" y="5350043"/>
                </a:cubicBezTo>
                <a:lnTo>
                  <a:pt x="651109" y="5350043"/>
                </a:lnTo>
                <a:cubicBezTo>
                  <a:pt x="651109" y="5350043"/>
                  <a:pt x="651109" y="4584032"/>
                  <a:pt x="651109" y="4584032"/>
                </a:cubicBezTo>
                <a:lnTo>
                  <a:pt x="740477" y="4584032"/>
                </a:lnTo>
                <a:cubicBezTo>
                  <a:pt x="740477" y="4584032"/>
                  <a:pt x="740477" y="3818022"/>
                  <a:pt x="740477" y="3818022"/>
                </a:cubicBezTo>
                <a:lnTo>
                  <a:pt x="829845" y="3818022"/>
                </a:lnTo>
                <a:cubicBezTo>
                  <a:pt x="829845" y="3818022"/>
                  <a:pt x="829845" y="3052011"/>
                  <a:pt x="829845" y="3052011"/>
                </a:cubicBezTo>
                <a:lnTo>
                  <a:pt x="919212" y="3052011"/>
                </a:lnTo>
                <a:cubicBezTo>
                  <a:pt x="919212" y="3052011"/>
                  <a:pt x="919212" y="2286000"/>
                  <a:pt x="919212" y="2286000"/>
                </a:cubicBezTo>
                <a:lnTo>
                  <a:pt x="1008580" y="2286000"/>
                </a:lnTo>
                <a:cubicBezTo>
                  <a:pt x="1008580" y="2286000"/>
                  <a:pt x="1008580" y="1519990"/>
                  <a:pt x="1008580" y="1519990"/>
                </a:cubicBezTo>
                <a:lnTo>
                  <a:pt x="1097948" y="1519990"/>
                </a:lnTo>
                <a:cubicBezTo>
                  <a:pt x="1097948" y="1519990"/>
                  <a:pt x="1097948" y="753979"/>
                  <a:pt x="1097948" y="753979"/>
                </a:cubicBezTo>
                <a:lnTo>
                  <a:pt x="1187316" y="753979"/>
                </a:lnTo>
                <a:cubicBezTo>
                  <a:pt x="1187316" y="753979"/>
                  <a:pt x="1187316" y="167503"/>
                  <a:pt x="1187316" y="20884"/>
                </a:cubicBezTo>
                <a:close/>
                <a:moveTo>
                  <a:pt x="714943" y="0"/>
                </a:moveTo>
                <a:lnTo>
                  <a:pt x="823461" y="0"/>
                </a:lnTo>
                <a:lnTo>
                  <a:pt x="823461" y="20884"/>
                </a:lnTo>
                <a:cubicBezTo>
                  <a:pt x="823461" y="167503"/>
                  <a:pt x="823461" y="753979"/>
                  <a:pt x="823461" y="753979"/>
                </a:cubicBezTo>
                <a:lnTo>
                  <a:pt x="734093" y="753979"/>
                </a:lnTo>
                <a:cubicBezTo>
                  <a:pt x="734093" y="753979"/>
                  <a:pt x="734093" y="1519990"/>
                  <a:pt x="734093" y="1519990"/>
                </a:cubicBezTo>
                <a:lnTo>
                  <a:pt x="644725" y="1519990"/>
                </a:lnTo>
                <a:cubicBezTo>
                  <a:pt x="644725" y="1519990"/>
                  <a:pt x="644725" y="2286000"/>
                  <a:pt x="644725" y="2286000"/>
                </a:cubicBezTo>
                <a:lnTo>
                  <a:pt x="555358" y="2286000"/>
                </a:lnTo>
                <a:cubicBezTo>
                  <a:pt x="555358" y="2286000"/>
                  <a:pt x="555358" y="3052011"/>
                  <a:pt x="555358" y="3052011"/>
                </a:cubicBezTo>
                <a:lnTo>
                  <a:pt x="465990" y="3052011"/>
                </a:lnTo>
                <a:cubicBezTo>
                  <a:pt x="465990" y="3052011"/>
                  <a:pt x="465990" y="3818022"/>
                  <a:pt x="465990" y="3818022"/>
                </a:cubicBezTo>
                <a:lnTo>
                  <a:pt x="376622" y="3818022"/>
                </a:lnTo>
                <a:cubicBezTo>
                  <a:pt x="376622" y="3818022"/>
                  <a:pt x="376622" y="4584032"/>
                  <a:pt x="376622" y="4584032"/>
                </a:cubicBezTo>
                <a:lnTo>
                  <a:pt x="287254" y="4584032"/>
                </a:lnTo>
                <a:cubicBezTo>
                  <a:pt x="287254" y="4584032"/>
                  <a:pt x="287254" y="5350043"/>
                  <a:pt x="287254" y="5350043"/>
                </a:cubicBezTo>
                <a:lnTo>
                  <a:pt x="197886" y="5350043"/>
                </a:lnTo>
                <a:cubicBezTo>
                  <a:pt x="197886" y="5350043"/>
                  <a:pt x="197886" y="6116053"/>
                  <a:pt x="197886" y="6116053"/>
                </a:cubicBezTo>
                <a:lnTo>
                  <a:pt x="108518" y="6116053"/>
                </a:lnTo>
                <a:cubicBezTo>
                  <a:pt x="108518" y="6116053"/>
                  <a:pt x="108518" y="6702530"/>
                  <a:pt x="108518" y="6849150"/>
                </a:cubicBezTo>
                <a:lnTo>
                  <a:pt x="108518" y="6858000"/>
                </a:lnTo>
                <a:lnTo>
                  <a:pt x="0" y="6858000"/>
                </a:lnTo>
                <a:lnTo>
                  <a:pt x="0" y="6849150"/>
                </a:lnTo>
                <a:cubicBezTo>
                  <a:pt x="0" y="6702530"/>
                  <a:pt x="0" y="6116053"/>
                  <a:pt x="0" y="6116053"/>
                </a:cubicBezTo>
                <a:lnTo>
                  <a:pt x="89368" y="6116053"/>
                </a:lnTo>
                <a:cubicBezTo>
                  <a:pt x="89368" y="6116053"/>
                  <a:pt x="89368" y="5350043"/>
                  <a:pt x="89368" y="5350043"/>
                </a:cubicBezTo>
                <a:lnTo>
                  <a:pt x="178736" y="5350043"/>
                </a:lnTo>
                <a:cubicBezTo>
                  <a:pt x="178736" y="5350043"/>
                  <a:pt x="178736" y="4584032"/>
                  <a:pt x="178736" y="4584032"/>
                </a:cubicBezTo>
                <a:lnTo>
                  <a:pt x="268104" y="4584032"/>
                </a:lnTo>
                <a:cubicBezTo>
                  <a:pt x="268104" y="4584032"/>
                  <a:pt x="268104" y="3818022"/>
                  <a:pt x="268104" y="3818022"/>
                </a:cubicBezTo>
                <a:lnTo>
                  <a:pt x="357472" y="3818022"/>
                </a:lnTo>
                <a:cubicBezTo>
                  <a:pt x="357472" y="3818022"/>
                  <a:pt x="357472" y="3052011"/>
                  <a:pt x="357472" y="3052011"/>
                </a:cubicBezTo>
                <a:lnTo>
                  <a:pt x="446839" y="3052011"/>
                </a:lnTo>
                <a:cubicBezTo>
                  <a:pt x="446839" y="3052011"/>
                  <a:pt x="446839" y="2286000"/>
                  <a:pt x="446839" y="2286000"/>
                </a:cubicBezTo>
                <a:lnTo>
                  <a:pt x="536207" y="2286000"/>
                </a:lnTo>
                <a:cubicBezTo>
                  <a:pt x="536207" y="2286000"/>
                  <a:pt x="536207" y="1519990"/>
                  <a:pt x="536207" y="1519990"/>
                </a:cubicBezTo>
                <a:lnTo>
                  <a:pt x="625575" y="1519990"/>
                </a:lnTo>
                <a:cubicBezTo>
                  <a:pt x="625575" y="1519990"/>
                  <a:pt x="625575" y="753979"/>
                  <a:pt x="625575" y="753979"/>
                </a:cubicBezTo>
                <a:lnTo>
                  <a:pt x="714943" y="753979"/>
                </a:lnTo>
                <a:cubicBezTo>
                  <a:pt x="714943" y="753979"/>
                  <a:pt x="714943" y="167503"/>
                  <a:pt x="714943" y="20884"/>
                </a:cubicBezTo>
                <a:close/>
              </a:path>
            </a:pathLst>
          </a:custGeom>
          <a:noFill/>
        </p:spPr>
        <p:txBody>
          <a:bodyPr wrap="square" bIns="864000" anchor="ctr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endParaRPr lang="en-GB"/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92882950-AB80-98BF-7E6A-936E99E2FF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black">
          <a:xfrm>
            <a:off x="623872" y="6525360"/>
            <a:ext cx="5184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AC13325-40B9-01EA-C2FA-F76B8EC5C5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4608" y="6525360"/>
            <a:ext cx="23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rgbClr val="FFFFFF"/>
                </a:solidFill>
              </a:defRPr>
            </a:lvl1pPr>
          </a:lstStyle>
          <a:p>
            <a:r>
              <a:rPr lang="de-DE"/>
              <a:t>© 2026 BlackBerry Limited.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2522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4" pos="3659" userDrawn="1">
          <p15:clr>
            <a:srgbClr val="5ACBF0"/>
          </p15:clr>
        </p15:guide>
        <p15:guide id="5" orient="horz" pos="2886" userDrawn="1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Picture Da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CA29BE15-3256-F8A5-CEDE-C91B75C47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bIns="504000"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+mn-lt"/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+mn-lt"/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+mn-lt"/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+mn-lt"/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+mn-lt"/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+mn-lt"/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+mn-lt"/>
              </a:defRPr>
            </a:lvl7pPr>
            <a:lvl8pPr marL="0" indent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+mn-lt"/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+mn-lt"/>
              </a:defRPr>
            </a:lvl9pPr>
          </a:lstStyle>
          <a:p>
            <a:endParaRPr lang="en-GB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41048E7F-D798-9B2F-8A33-42EB350685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888" y="2132832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tx1"/>
                </a:solidFill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tx1"/>
                </a:solidFill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tx1"/>
                </a:solidFill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tx1"/>
                </a:solidFill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tx1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Name | Job title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7FFAAFFD-F887-74D0-66D2-DEF991B514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623393" y="2493048"/>
            <a:ext cx="6912470" cy="1224000"/>
          </a:xfrm>
        </p:spPr>
        <p:txBody>
          <a:bodyPr anchor="t"/>
          <a:lstStyle>
            <a:lvl1pPr algn="l">
              <a:defRPr sz="4000" b="0" i="0">
                <a:solidFill>
                  <a:schemeClr val="tx1"/>
                </a:solidFill>
                <a:latin typeface="Onest Medium" pitchFamily="2" charset="0"/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6" name="Untertitel 2">
            <a:extLst>
              <a:ext uri="{FF2B5EF4-FFF2-40B4-BE49-F238E27FC236}">
                <a16:creationId xmlns:a16="http://schemas.microsoft.com/office/drawing/2014/main" id="{2E9B28D7-605E-AC79-8342-665B340033C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23393" y="3861128"/>
            <a:ext cx="5184000" cy="72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  <a:latin typeface="Onest Medium" pitchFamily="2" charset="0"/>
              </a:defRPr>
            </a:lvl1pPr>
            <a:lvl2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Onest Medium" pitchFamily="2" charset="0"/>
              </a:defRPr>
            </a:lvl2pPr>
            <a:lvl3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Onest Medium" pitchFamily="2" charset="0"/>
              </a:defRPr>
            </a:lvl3pPr>
            <a:lvl4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Onest Medium" pitchFamily="2" charset="0"/>
              </a:defRPr>
            </a:lvl4pPr>
            <a:lvl5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Onest Medium" pitchFamily="2" charset="0"/>
              </a:defRPr>
            </a:lvl5pPr>
            <a:lvl6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Onest Medium" pitchFamily="2" charset="0"/>
              </a:defRPr>
            </a:lvl6pPr>
            <a:lvl7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Onest Medium" pitchFamily="2" charset="0"/>
              </a:defRPr>
            </a:lvl7pPr>
            <a:lvl8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Onest Medium" pitchFamily="2" charset="0"/>
              </a:defRPr>
            </a:lvl8pPr>
            <a:lvl9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Onest Medium" pitchFamily="2" charset="0"/>
              </a:defRPr>
            </a:lvl9pPr>
          </a:lstStyle>
          <a:p>
            <a:r>
              <a:rPr lang="en-GB"/>
              <a:t>Optional subtitle, use list level 2 to add a date</a:t>
            </a:r>
          </a:p>
          <a:p>
            <a:pPr lvl="1"/>
            <a:r>
              <a:rPr lang="en-GB"/>
              <a:t>Date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8AA6BAAB-FB7A-2FBE-510F-B76D02B4F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white">
          <a:xfrm>
            <a:off x="623392" y="620689"/>
            <a:ext cx="1080000" cy="3744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w="0">
            <a:solidFill>
              <a:schemeClr val="tx2">
                <a:alpha val="0"/>
              </a:schemeClr>
            </a:solidFill>
          </a:ln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9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24B342-7000-F337-AFA1-9151C7FF7E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2" name="Callout: Line 1">
            <a:extLst>
              <a:ext uri="{FF2B5EF4-FFF2-40B4-BE49-F238E27FC236}">
                <a16:creationId xmlns:a16="http://schemas.microsoft.com/office/drawing/2014/main" id="{A8677481-6FD1-2F5C-6EC4-6BF3EDB4D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12432704" y="1628800"/>
            <a:ext cx="1512168" cy="720080"/>
          </a:xfrm>
          <a:prstGeom prst="borderCallout1">
            <a:avLst>
              <a:gd name="adj1" fmla="val 51313"/>
              <a:gd name="adj2" fmla="val 121"/>
              <a:gd name="adj3" fmla="val 51376"/>
              <a:gd name="adj4" fmla="val -15078"/>
            </a:avLst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sz="1000" noProof="0">
                <a:solidFill>
                  <a:schemeClr val="tx1"/>
                </a:solidFill>
              </a:rPr>
              <a:t>Adjust transparency of the picture to ensure readability.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8CB178-9747-A446-6D94-F3C351A393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4608" y="6525360"/>
            <a:ext cx="23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rgbClr val="FFFFFF"/>
                </a:solidFill>
              </a:defRPr>
            </a:lvl1pPr>
          </a:lstStyle>
          <a:p>
            <a:r>
              <a:rPr lang="de-DE"/>
              <a:t>© 2026 BlackBerry Limited.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1698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>
          <p15:clr>
            <a:srgbClr val="5ACBF0"/>
          </p15:clr>
        </p15:guide>
        <p15:guide id="2" pos="393">
          <p15:clr>
            <a:srgbClr val="5ACBF0"/>
          </p15:clr>
        </p15:guide>
        <p15:guide id="3" pos="4747">
          <p15:clr>
            <a:srgbClr val="5ACBF0"/>
          </p15:clr>
        </p15:guide>
        <p15:guide id="4" orient="horz" pos="2886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Picture L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0" y="0"/>
            <a:ext cx="12191999" cy="6858000"/>
          </a:xfrm>
          <a:prstGeom prst="rect">
            <a:avLst/>
          </a:prstGeom>
          <a:noFill/>
        </p:spPr>
        <p:txBody>
          <a:bodyPr bIns="504000" anchor="ctr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bg1"/>
                </a:solidFill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bg1"/>
                </a:solidFill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bg1"/>
                </a:solidFill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bg1"/>
                </a:solidFill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bg1"/>
                </a:solidFill>
                <a:latin typeface="+mn-lt"/>
              </a:defRPr>
            </a:lvl9pPr>
          </a:lstStyle>
          <a:p>
            <a:endParaRPr lang="en-GB"/>
          </a:p>
        </p:txBody>
      </p:sp>
      <p:sp>
        <p:nvSpPr>
          <p:cNvPr id="4" name="Callout: Line 3">
            <a:extLst>
              <a:ext uri="{FF2B5EF4-FFF2-40B4-BE49-F238E27FC236}">
                <a16:creationId xmlns:a16="http://schemas.microsoft.com/office/drawing/2014/main" id="{0BECFF34-FBF3-EB1A-B551-8D173B3909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12432704" y="1628800"/>
            <a:ext cx="1512168" cy="720080"/>
          </a:xfrm>
          <a:prstGeom prst="borderCallout1">
            <a:avLst>
              <a:gd name="adj1" fmla="val 51313"/>
              <a:gd name="adj2" fmla="val 121"/>
              <a:gd name="adj3" fmla="val 51376"/>
              <a:gd name="adj4" fmla="val -15078"/>
            </a:avLst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sz="1000" noProof="0">
                <a:solidFill>
                  <a:schemeClr val="tx1"/>
                </a:solidFill>
              </a:rPr>
              <a:t>Adjust transparency of the picture to ensure readability.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E50D2D8-9A23-38EA-8F69-A5DC2F2051A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8" y="2132832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Name | Job title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28FB1C8E-D489-B130-3C91-F37FBA330C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623393" y="2493048"/>
            <a:ext cx="6912470" cy="1224000"/>
          </a:xfrm>
        </p:spPr>
        <p:txBody>
          <a:bodyPr anchor="t"/>
          <a:lstStyle>
            <a:lvl1pPr algn="l">
              <a:defRPr sz="4000" b="0" i="0">
                <a:solidFill>
                  <a:schemeClr val="bg1"/>
                </a:solidFill>
                <a:latin typeface="Onest Medium" pitchFamily="2" charset="0"/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6" name="Untertitel 2">
            <a:extLst>
              <a:ext uri="{FF2B5EF4-FFF2-40B4-BE49-F238E27FC236}">
                <a16:creationId xmlns:a16="http://schemas.microsoft.com/office/drawing/2014/main" id="{CCD2E16E-B398-FD19-5654-9AE9C47B7FD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23393" y="3861128"/>
            <a:ext cx="5184000" cy="72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  <a:latin typeface="Onest Medium" pitchFamily="2" charset="0"/>
              </a:defRPr>
            </a:lvl1pPr>
            <a:lvl2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2pPr>
            <a:lvl3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3pPr>
            <a:lvl4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4pPr>
            <a:lvl5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5pPr>
            <a:lvl6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6pPr>
            <a:lvl7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7pPr>
            <a:lvl8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8pPr>
            <a:lvl9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9pPr>
          </a:lstStyle>
          <a:p>
            <a:r>
              <a:rPr lang="en-GB"/>
              <a:t>Optional subtitle, use list level 2 to add a date</a:t>
            </a:r>
          </a:p>
          <a:p>
            <a:pPr lvl="1"/>
            <a:r>
              <a:rPr lang="en-GB"/>
              <a:t>Date</a:t>
            </a:r>
          </a:p>
          <a:p>
            <a:pPr lvl="2"/>
            <a:endParaRPr lang="en-GB"/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B1166E63-14EF-37CA-7FF8-C0D9FE4299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623872" y="6525360"/>
            <a:ext cx="5184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>
                <a:solidFill>
                  <a:schemeClr val="bg1"/>
                </a:solidFill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8AA6BAAB-FB7A-2FBE-510F-B76D02B4F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3392" y="620689"/>
            <a:ext cx="1080000" cy="3744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w="0">
            <a:solidFill>
              <a:schemeClr val="tx2">
                <a:alpha val="0"/>
              </a:schemeClr>
            </a:solidFill>
          </a:ln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9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E7FF38C0-2225-C9AC-B499-DE83DC535F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4608" y="6525360"/>
            <a:ext cx="23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bg1"/>
                </a:solidFill>
              </a:defRPr>
            </a:lvl1pPr>
          </a:lstStyle>
          <a:p>
            <a:r>
              <a:rPr lang="de-DE"/>
              <a:t>© 2026 BlackBerry Limited.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3766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4747" userDrawn="1">
          <p15:clr>
            <a:srgbClr val="5ACBF0"/>
          </p15:clr>
        </p15:guide>
        <p15:guide id="4" orient="horz" pos="2886" userDrawn="1">
          <p15:clr>
            <a:srgbClr val="5ACBF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623392" y="620688"/>
            <a:ext cx="1727696" cy="504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Agenda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5" hasCustomPrompt="1"/>
          </p:nvPr>
        </p:nvSpPr>
        <p:spPr bwMode="invGray">
          <a:xfrm>
            <a:off x="2350666" y="1773237"/>
            <a:ext cx="4607737" cy="4464075"/>
          </a:xfrm>
          <a:prstGeom prst="rect">
            <a:avLst/>
          </a:prstGeom>
        </p:spPr>
        <p:txBody>
          <a:bodyPr tIns="108000"/>
          <a:lstStyle>
            <a:lvl1pPr marL="216000" indent="-216000">
              <a:spcBef>
                <a:spcPts val="800"/>
              </a:spcBef>
              <a:spcAft>
                <a:spcPts val="200"/>
              </a:spcAft>
              <a:buClr>
                <a:schemeClr val="bg2"/>
              </a:buClr>
              <a:buFont typeface="Wingdings" panose="05000000000000000000" pitchFamily="2" charset="2"/>
              <a:buChar char="§"/>
              <a:tabLst>
                <a:tab pos="3456000" algn="r"/>
              </a:tabLst>
              <a:defRPr sz="1800">
                <a:solidFill>
                  <a:schemeClr val="tx1"/>
                </a:solidFill>
                <a:latin typeface="Onest Medium" pitchFamily="2" charset="0"/>
              </a:defRPr>
            </a:lvl1pPr>
            <a:lvl2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2pPr>
            <a:lvl3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3pPr>
            <a:lvl4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4pPr>
            <a:lvl5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5pPr>
            <a:lvl6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6pPr>
            <a:lvl7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7pPr>
            <a:lvl8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8pPr>
            <a:lvl9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Add agenda topics, for subtopic use list level 2</a:t>
            </a:r>
          </a:p>
          <a:p>
            <a:pPr lvl="1"/>
            <a:r>
              <a:rPr lang="en-GB"/>
              <a:t>Chapter title</a:t>
            </a:r>
          </a:p>
          <a:p>
            <a:pPr lvl="2"/>
            <a:r>
              <a:rPr lang="en-GB"/>
              <a:t>Subtitle</a:t>
            </a:r>
          </a:p>
          <a:p>
            <a:pPr lvl="3"/>
            <a:r>
              <a:rPr lang="en-GB"/>
              <a:t>4</a:t>
            </a:r>
          </a:p>
          <a:p>
            <a:pPr lvl="4"/>
            <a:r>
              <a:rPr lang="en-GB"/>
              <a:t>5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  <a:p>
            <a:pPr lvl="3"/>
            <a:endParaRPr lang="en-GB"/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EB524B4F-120D-5907-6DAD-2EC69364ED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invGray">
          <a:xfrm>
            <a:off x="7535441" y="1773782"/>
            <a:ext cx="4032671" cy="4464075"/>
          </a:xfrm>
          <a:prstGeom prst="rect">
            <a:avLst/>
          </a:prstGeom>
        </p:spPr>
        <p:txBody>
          <a:bodyPr tIns="108000"/>
          <a:lstStyle>
            <a:lvl1pPr marL="0" indent="0">
              <a:spcBef>
                <a:spcPts val="800"/>
              </a:spcBef>
              <a:spcAft>
                <a:spcPts val="200"/>
              </a:spcAft>
              <a:buFont typeface="+mj-lt"/>
              <a:buNone/>
              <a:tabLst>
                <a:tab pos="3456000" algn="r"/>
              </a:tabLst>
              <a:defRPr sz="1800">
                <a:solidFill>
                  <a:schemeClr val="tx1"/>
                </a:solidFill>
                <a:latin typeface="Onest Medium" pitchFamily="2" charset="0"/>
              </a:defRPr>
            </a:lvl1pPr>
            <a:lvl2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Add presenter</a:t>
            </a:r>
          </a:p>
          <a:p>
            <a:pPr lvl="1"/>
            <a:r>
              <a:rPr lang="en-GB"/>
              <a:t>2</a:t>
            </a:r>
          </a:p>
          <a:p>
            <a:pPr lvl="2"/>
            <a:r>
              <a:rPr lang="en-GB"/>
              <a:t>3</a:t>
            </a:r>
          </a:p>
          <a:p>
            <a:pPr lvl="3"/>
            <a:r>
              <a:rPr lang="en-GB"/>
              <a:t>4</a:t>
            </a:r>
          </a:p>
          <a:p>
            <a:pPr lvl="4"/>
            <a:r>
              <a:rPr lang="en-GB"/>
              <a:t>5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6131808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1481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  <p15:guide id="6" pos="4747" userDrawn="1">
          <p15:clr>
            <a:srgbClr val="5ACBF0"/>
          </p15:clr>
        </p15:guide>
        <p15:guide id="9" pos="393" userDrawn="1">
          <p15:clr>
            <a:srgbClr val="5ACBF0"/>
          </p15:clr>
        </p15:guide>
        <p15:guide id="10" pos="4384" userDrawn="1">
          <p15:clr>
            <a:srgbClr val="5ACBF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623392" y="620687"/>
            <a:ext cx="6911974" cy="504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Table of contents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5" hasCustomPrompt="1"/>
          </p:nvPr>
        </p:nvSpPr>
        <p:spPr bwMode="invGray">
          <a:xfrm>
            <a:off x="2351584" y="1773237"/>
            <a:ext cx="4032000" cy="446407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0"/>
              </a:spcBef>
              <a:spcAft>
                <a:spcPts val="0"/>
              </a:spcAft>
              <a:buFont typeface="+mj-lt"/>
              <a:buNone/>
              <a:tabLst>
                <a:tab pos="3456000" algn="r"/>
              </a:tabLst>
              <a:defRPr sz="1400">
                <a:latin typeface="+mj-lt"/>
              </a:defRPr>
            </a:lvl1pPr>
            <a:lvl2pPr marL="0" indent="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800">
                <a:solidFill>
                  <a:schemeClr val="bg2"/>
                </a:solidFill>
              </a:defRPr>
            </a:lvl2pPr>
            <a:lvl3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3pPr>
            <a:lvl4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4pPr>
            <a:lvl5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5pPr>
            <a:lvl6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6pPr>
            <a:lvl7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7pPr>
            <a:lvl8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8pPr>
            <a:lvl9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9pPr>
          </a:lstStyle>
          <a:p>
            <a:pPr lvl="0"/>
            <a:r>
              <a:rPr lang="en-GB"/>
              <a:t>List level 1 chapter number, for chapter title and subtitles use list level 2 and 3</a:t>
            </a:r>
          </a:p>
          <a:p>
            <a:pPr lvl="1"/>
            <a:r>
              <a:rPr lang="en-GB"/>
              <a:t>Chapter title</a:t>
            </a:r>
          </a:p>
          <a:p>
            <a:pPr lvl="2"/>
            <a:r>
              <a:rPr lang="en-GB"/>
              <a:t>Subtitle</a:t>
            </a:r>
          </a:p>
          <a:p>
            <a:pPr lvl="3"/>
            <a:endParaRPr lang="en-GB"/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EB524B4F-120D-5907-6DAD-2EC69364ED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invGray">
          <a:xfrm>
            <a:off x="7536608" y="1773237"/>
            <a:ext cx="4032000" cy="446407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0"/>
              </a:spcBef>
              <a:spcAft>
                <a:spcPts val="0"/>
              </a:spcAft>
              <a:buFont typeface="+mj-lt"/>
              <a:buNone/>
              <a:tabLst>
                <a:tab pos="3456000" algn="r"/>
              </a:tabLst>
              <a:defRPr sz="1400">
                <a:latin typeface="+mj-lt"/>
              </a:defRPr>
            </a:lvl1pPr>
            <a:lvl2pPr marL="0" indent="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800">
                <a:solidFill>
                  <a:schemeClr val="bg2"/>
                </a:solidFill>
              </a:defRPr>
            </a:lvl2pPr>
            <a:lvl3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3pPr>
            <a:lvl4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4pPr>
            <a:lvl5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5pPr>
            <a:lvl6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6pPr>
            <a:lvl7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7pPr>
            <a:lvl8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8pPr>
            <a:lvl9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9pPr>
          </a:lstStyle>
          <a:p>
            <a:pPr lvl="0"/>
            <a:r>
              <a:rPr lang="en-GB"/>
              <a:t>List level 1 chapter number, for chapter title and subtitles use list level 2 and 3</a:t>
            </a:r>
          </a:p>
          <a:p>
            <a:pPr lvl="1"/>
            <a:r>
              <a:rPr lang="en-GB"/>
              <a:t>Chapter title</a:t>
            </a:r>
          </a:p>
          <a:p>
            <a:pPr lvl="2"/>
            <a:r>
              <a:rPr lang="en-GB"/>
              <a:t>Subtitle</a:t>
            </a:r>
          </a:p>
          <a:p>
            <a:pPr lvl="3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55954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1481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  <p15:guide id="6" pos="4747" userDrawn="1">
          <p15:clr>
            <a:srgbClr val="5ACBF0"/>
          </p15:clr>
        </p15:guide>
        <p15:guide id="8" pos="4021" userDrawn="1">
          <p15:clr>
            <a:srgbClr val="5ACBF0"/>
          </p15:clr>
        </p15:guide>
        <p15:guide id="9" pos="393" userDrawn="1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21221DD-91C5-CDA2-3A9D-3DDCD14364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1852" y="1772816"/>
            <a:ext cx="5183999" cy="504056"/>
          </a:xfrm>
          <a:prstGeom prst="rect">
            <a:avLst/>
          </a:prstGeom>
        </p:spPr>
        <p:txBody>
          <a:bodyPr lIns="18000"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800"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800"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800"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800"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800">
                <a:latin typeface="Onest Medium" pitchFamily="2" charset="0"/>
              </a:defRPr>
            </a:lvl9pPr>
          </a:lstStyle>
          <a:p>
            <a:pPr lvl="0"/>
            <a:r>
              <a:rPr lang="en-GB"/>
              <a:t>Chapter 0X.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black">
          <a:xfrm>
            <a:off x="631852" y="2348880"/>
            <a:ext cx="5184000" cy="1223936"/>
          </a:xfrm>
        </p:spPr>
        <p:txBody>
          <a:bodyPr anchor="t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GB"/>
              <a:t>Chapter title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07BA4A2-8208-6854-102F-3D7D52729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r="50035" b="50031"/>
          <a:stretch/>
        </p:blipFill>
        <p:spPr>
          <a:xfrm>
            <a:off x="6363496" y="1028962"/>
            <a:ext cx="5828504" cy="5829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3751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17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3659" userDrawn="1">
          <p15:clr>
            <a:srgbClr val="5ACBF0"/>
          </p15:clr>
        </p15:guide>
        <p15:guide id="4" orient="horz" pos="2251" userDrawn="1">
          <p15:clr>
            <a:srgbClr val="5ACBF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|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58AB73F0-BBD8-5C26-BE7A-C600237E07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6092271" y="0"/>
            <a:ext cx="6099728" cy="6858000"/>
          </a:xfrm>
          <a:custGeom>
            <a:avLst/>
            <a:gdLst>
              <a:gd name="connsiteX0" fmla="*/ 2610818 w 6099728"/>
              <a:gd name="connsiteY0" fmla="*/ 0 h 6858000"/>
              <a:gd name="connsiteX1" fmla="*/ 6099728 w 6099728"/>
              <a:gd name="connsiteY1" fmla="*/ 0 h 6858000"/>
              <a:gd name="connsiteX2" fmla="*/ 6099728 w 6099728"/>
              <a:gd name="connsiteY2" fmla="*/ 6858000 h 6858000"/>
              <a:gd name="connsiteX3" fmla="*/ 1895875 w 6099728"/>
              <a:gd name="connsiteY3" fmla="*/ 6858000 h 6858000"/>
              <a:gd name="connsiteX4" fmla="*/ 1895875 w 6099728"/>
              <a:gd name="connsiteY4" fmla="*/ 6116053 h 6858000"/>
              <a:gd name="connsiteX5" fmla="*/ 1985243 w 6099728"/>
              <a:gd name="connsiteY5" fmla="*/ 6116053 h 6858000"/>
              <a:gd name="connsiteX6" fmla="*/ 1985243 w 6099728"/>
              <a:gd name="connsiteY6" fmla="*/ 5350043 h 6858000"/>
              <a:gd name="connsiteX7" fmla="*/ 2074611 w 6099728"/>
              <a:gd name="connsiteY7" fmla="*/ 5350043 h 6858000"/>
              <a:gd name="connsiteX8" fmla="*/ 2074611 w 6099728"/>
              <a:gd name="connsiteY8" fmla="*/ 4584032 h 6858000"/>
              <a:gd name="connsiteX9" fmla="*/ 2163979 w 6099728"/>
              <a:gd name="connsiteY9" fmla="*/ 4584032 h 6858000"/>
              <a:gd name="connsiteX10" fmla="*/ 2163979 w 6099728"/>
              <a:gd name="connsiteY10" fmla="*/ 3818022 h 6858000"/>
              <a:gd name="connsiteX11" fmla="*/ 2253347 w 6099728"/>
              <a:gd name="connsiteY11" fmla="*/ 3818022 h 6858000"/>
              <a:gd name="connsiteX12" fmla="*/ 2253347 w 6099728"/>
              <a:gd name="connsiteY12" fmla="*/ 3052011 h 6858000"/>
              <a:gd name="connsiteX13" fmla="*/ 2342714 w 6099728"/>
              <a:gd name="connsiteY13" fmla="*/ 3052011 h 6858000"/>
              <a:gd name="connsiteX14" fmla="*/ 2342714 w 6099728"/>
              <a:gd name="connsiteY14" fmla="*/ 2286000 h 6858000"/>
              <a:gd name="connsiteX15" fmla="*/ 2432082 w 6099728"/>
              <a:gd name="connsiteY15" fmla="*/ 2286000 h 6858000"/>
              <a:gd name="connsiteX16" fmla="*/ 2432082 w 6099728"/>
              <a:gd name="connsiteY16" fmla="*/ 1519990 h 6858000"/>
              <a:gd name="connsiteX17" fmla="*/ 2521450 w 6099728"/>
              <a:gd name="connsiteY17" fmla="*/ 1519990 h 6858000"/>
              <a:gd name="connsiteX18" fmla="*/ 2521450 w 6099728"/>
              <a:gd name="connsiteY18" fmla="*/ 753979 h 6858000"/>
              <a:gd name="connsiteX19" fmla="*/ 2610818 w 6099728"/>
              <a:gd name="connsiteY19" fmla="*/ 753979 h 6858000"/>
              <a:gd name="connsiteX20" fmla="*/ 2138445 w 6099728"/>
              <a:gd name="connsiteY20" fmla="*/ 0 h 6858000"/>
              <a:gd name="connsiteX21" fmla="*/ 2521450 w 6099728"/>
              <a:gd name="connsiteY21" fmla="*/ 0 h 6858000"/>
              <a:gd name="connsiteX22" fmla="*/ 2521450 w 6099728"/>
              <a:gd name="connsiteY22" fmla="*/ 753979 h 6858000"/>
              <a:gd name="connsiteX23" fmla="*/ 2432082 w 6099728"/>
              <a:gd name="connsiteY23" fmla="*/ 753979 h 6858000"/>
              <a:gd name="connsiteX24" fmla="*/ 2432082 w 6099728"/>
              <a:gd name="connsiteY24" fmla="*/ 1519990 h 6858000"/>
              <a:gd name="connsiteX25" fmla="*/ 2342714 w 6099728"/>
              <a:gd name="connsiteY25" fmla="*/ 1519990 h 6858000"/>
              <a:gd name="connsiteX26" fmla="*/ 2342714 w 6099728"/>
              <a:gd name="connsiteY26" fmla="*/ 2286000 h 6858000"/>
              <a:gd name="connsiteX27" fmla="*/ 2253347 w 6099728"/>
              <a:gd name="connsiteY27" fmla="*/ 2286000 h 6858000"/>
              <a:gd name="connsiteX28" fmla="*/ 2253347 w 6099728"/>
              <a:gd name="connsiteY28" fmla="*/ 3052011 h 6858000"/>
              <a:gd name="connsiteX29" fmla="*/ 2163979 w 6099728"/>
              <a:gd name="connsiteY29" fmla="*/ 3052011 h 6858000"/>
              <a:gd name="connsiteX30" fmla="*/ 2163979 w 6099728"/>
              <a:gd name="connsiteY30" fmla="*/ 3818022 h 6858000"/>
              <a:gd name="connsiteX31" fmla="*/ 2074611 w 6099728"/>
              <a:gd name="connsiteY31" fmla="*/ 3818022 h 6858000"/>
              <a:gd name="connsiteX32" fmla="*/ 2074611 w 6099728"/>
              <a:gd name="connsiteY32" fmla="*/ 4584032 h 6858000"/>
              <a:gd name="connsiteX33" fmla="*/ 1985243 w 6099728"/>
              <a:gd name="connsiteY33" fmla="*/ 4584032 h 6858000"/>
              <a:gd name="connsiteX34" fmla="*/ 1985243 w 6099728"/>
              <a:gd name="connsiteY34" fmla="*/ 5350043 h 6858000"/>
              <a:gd name="connsiteX35" fmla="*/ 1895875 w 6099728"/>
              <a:gd name="connsiteY35" fmla="*/ 5350043 h 6858000"/>
              <a:gd name="connsiteX36" fmla="*/ 1895875 w 6099728"/>
              <a:gd name="connsiteY36" fmla="*/ 6116053 h 6858000"/>
              <a:gd name="connsiteX37" fmla="*/ 1806507 w 6099728"/>
              <a:gd name="connsiteY37" fmla="*/ 6116053 h 6858000"/>
              <a:gd name="connsiteX38" fmla="*/ 1806507 w 6099728"/>
              <a:gd name="connsiteY38" fmla="*/ 6858000 h 6858000"/>
              <a:gd name="connsiteX39" fmla="*/ 1423502 w 6099728"/>
              <a:gd name="connsiteY39" fmla="*/ 6858000 h 6858000"/>
              <a:gd name="connsiteX40" fmla="*/ 1423502 w 6099728"/>
              <a:gd name="connsiteY40" fmla="*/ 6849150 h 6858000"/>
              <a:gd name="connsiteX41" fmla="*/ 1423502 w 6099728"/>
              <a:gd name="connsiteY41" fmla="*/ 6116053 h 6858000"/>
              <a:gd name="connsiteX42" fmla="*/ 1512870 w 6099728"/>
              <a:gd name="connsiteY42" fmla="*/ 6116053 h 6858000"/>
              <a:gd name="connsiteX43" fmla="*/ 1512870 w 6099728"/>
              <a:gd name="connsiteY43" fmla="*/ 5350043 h 6858000"/>
              <a:gd name="connsiteX44" fmla="*/ 1602238 w 6099728"/>
              <a:gd name="connsiteY44" fmla="*/ 5350043 h 6858000"/>
              <a:gd name="connsiteX45" fmla="*/ 1602238 w 6099728"/>
              <a:gd name="connsiteY45" fmla="*/ 4584032 h 6858000"/>
              <a:gd name="connsiteX46" fmla="*/ 1691606 w 6099728"/>
              <a:gd name="connsiteY46" fmla="*/ 4584032 h 6858000"/>
              <a:gd name="connsiteX47" fmla="*/ 1691606 w 6099728"/>
              <a:gd name="connsiteY47" fmla="*/ 3818022 h 6858000"/>
              <a:gd name="connsiteX48" fmla="*/ 1780974 w 6099728"/>
              <a:gd name="connsiteY48" fmla="*/ 3818022 h 6858000"/>
              <a:gd name="connsiteX49" fmla="*/ 1780974 w 6099728"/>
              <a:gd name="connsiteY49" fmla="*/ 3052011 h 6858000"/>
              <a:gd name="connsiteX50" fmla="*/ 1870342 w 6099728"/>
              <a:gd name="connsiteY50" fmla="*/ 3052011 h 6858000"/>
              <a:gd name="connsiteX51" fmla="*/ 1870342 w 6099728"/>
              <a:gd name="connsiteY51" fmla="*/ 2286000 h 6858000"/>
              <a:gd name="connsiteX52" fmla="*/ 1959709 w 6099728"/>
              <a:gd name="connsiteY52" fmla="*/ 2286000 h 6858000"/>
              <a:gd name="connsiteX53" fmla="*/ 1959709 w 6099728"/>
              <a:gd name="connsiteY53" fmla="*/ 1519990 h 6858000"/>
              <a:gd name="connsiteX54" fmla="*/ 2049077 w 6099728"/>
              <a:gd name="connsiteY54" fmla="*/ 1519990 h 6858000"/>
              <a:gd name="connsiteX55" fmla="*/ 2049077 w 6099728"/>
              <a:gd name="connsiteY55" fmla="*/ 753979 h 6858000"/>
              <a:gd name="connsiteX56" fmla="*/ 2138445 w 6099728"/>
              <a:gd name="connsiteY56" fmla="*/ 753979 h 6858000"/>
              <a:gd name="connsiteX57" fmla="*/ 2138445 w 6099728"/>
              <a:gd name="connsiteY57" fmla="*/ 20884 h 6858000"/>
              <a:gd name="connsiteX58" fmla="*/ 1659689 w 6099728"/>
              <a:gd name="connsiteY58" fmla="*/ 0 h 6858000"/>
              <a:gd name="connsiteX59" fmla="*/ 1959709 w 6099728"/>
              <a:gd name="connsiteY59" fmla="*/ 0 h 6858000"/>
              <a:gd name="connsiteX60" fmla="*/ 1959709 w 6099728"/>
              <a:gd name="connsiteY60" fmla="*/ 20884 h 6858000"/>
              <a:gd name="connsiteX61" fmla="*/ 1959709 w 6099728"/>
              <a:gd name="connsiteY61" fmla="*/ 753979 h 6858000"/>
              <a:gd name="connsiteX62" fmla="*/ 1870342 w 6099728"/>
              <a:gd name="connsiteY62" fmla="*/ 753979 h 6858000"/>
              <a:gd name="connsiteX63" fmla="*/ 1870342 w 6099728"/>
              <a:gd name="connsiteY63" fmla="*/ 1519990 h 6858000"/>
              <a:gd name="connsiteX64" fmla="*/ 1780974 w 6099728"/>
              <a:gd name="connsiteY64" fmla="*/ 1519990 h 6858000"/>
              <a:gd name="connsiteX65" fmla="*/ 1780974 w 6099728"/>
              <a:gd name="connsiteY65" fmla="*/ 2286000 h 6858000"/>
              <a:gd name="connsiteX66" fmla="*/ 1691606 w 6099728"/>
              <a:gd name="connsiteY66" fmla="*/ 2286000 h 6858000"/>
              <a:gd name="connsiteX67" fmla="*/ 1691606 w 6099728"/>
              <a:gd name="connsiteY67" fmla="*/ 3052011 h 6858000"/>
              <a:gd name="connsiteX68" fmla="*/ 1602238 w 6099728"/>
              <a:gd name="connsiteY68" fmla="*/ 3052011 h 6858000"/>
              <a:gd name="connsiteX69" fmla="*/ 1602238 w 6099728"/>
              <a:gd name="connsiteY69" fmla="*/ 3818022 h 6858000"/>
              <a:gd name="connsiteX70" fmla="*/ 1512870 w 6099728"/>
              <a:gd name="connsiteY70" fmla="*/ 3818022 h 6858000"/>
              <a:gd name="connsiteX71" fmla="*/ 1512870 w 6099728"/>
              <a:gd name="connsiteY71" fmla="*/ 4584032 h 6858000"/>
              <a:gd name="connsiteX72" fmla="*/ 1423502 w 6099728"/>
              <a:gd name="connsiteY72" fmla="*/ 4584032 h 6858000"/>
              <a:gd name="connsiteX73" fmla="*/ 1423502 w 6099728"/>
              <a:gd name="connsiteY73" fmla="*/ 5350043 h 6858000"/>
              <a:gd name="connsiteX74" fmla="*/ 1334134 w 6099728"/>
              <a:gd name="connsiteY74" fmla="*/ 5350043 h 6858000"/>
              <a:gd name="connsiteX75" fmla="*/ 1334134 w 6099728"/>
              <a:gd name="connsiteY75" fmla="*/ 6116053 h 6858000"/>
              <a:gd name="connsiteX76" fmla="*/ 1244767 w 6099728"/>
              <a:gd name="connsiteY76" fmla="*/ 6116053 h 6858000"/>
              <a:gd name="connsiteX77" fmla="*/ 1244767 w 6099728"/>
              <a:gd name="connsiteY77" fmla="*/ 6849150 h 6858000"/>
              <a:gd name="connsiteX78" fmla="*/ 1244767 w 6099728"/>
              <a:gd name="connsiteY78" fmla="*/ 6858000 h 6858000"/>
              <a:gd name="connsiteX79" fmla="*/ 944746 w 6099728"/>
              <a:gd name="connsiteY79" fmla="*/ 6858000 h 6858000"/>
              <a:gd name="connsiteX80" fmla="*/ 944746 w 6099728"/>
              <a:gd name="connsiteY80" fmla="*/ 6849150 h 6858000"/>
              <a:gd name="connsiteX81" fmla="*/ 944746 w 6099728"/>
              <a:gd name="connsiteY81" fmla="*/ 6116053 h 6858000"/>
              <a:gd name="connsiteX82" fmla="*/ 1034114 w 6099728"/>
              <a:gd name="connsiteY82" fmla="*/ 6116053 h 6858000"/>
              <a:gd name="connsiteX83" fmla="*/ 1034114 w 6099728"/>
              <a:gd name="connsiteY83" fmla="*/ 5350043 h 6858000"/>
              <a:gd name="connsiteX84" fmla="*/ 1123482 w 6099728"/>
              <a:gd name="connsiteY84" fmla="*/ 5350043 h 6858000"/>
              <a:gd name="connsiteX85" fmla="*/ 1123482 w 6099728"/>
              <a:gd name="connsiteY85" fmla="*/ 4584032 h 6858000"/>
              <a:gd name="connsiteX86" fmla="*/ 1212850 w 6099728"/>
              <a:gd name="connsiteY86" fmla="*/ 4584032 h 6858000"/>
              <a:gd name="connsiteX87" fmla="*/ 1212850 w 6099728"/>
              <a:gd name="connsiteY87" fmla="*/ 3818022 h 6858000"/>
              <a:gd name="connsiteX88" fmla="*/ 1302217 w 6099728"/>
              <a:gd name="connsiteY88" fmla="*/ 3818022 h 6858000"/>
              <a:gd name="connsiteX89" fmla="*/ 1302217 w 6099728"/>
              <a:gd name="connsiteY89" fmla="*/ 3052011 h 6858000"/>
              <a:gd name="connsiteX90" fmla="*/ 1391585 w 6099728"/>
              <a:gd name="connsiteY90" fmla="*/ 3052011 h 6858000"/>
              <a:gd name="connsiteX91" fmla="*/ 1391585 w 6099728"/>
              <a:gd name="connsiteY91" fmla="*/ 2286000 h 6858000"/>
              <a:gd name="connsiteX92" fmla="*/ 1480953 w 6099728"/>
              <a:gd name="connsiteY92" fmla="*/ 2286000 h 6858000"/>
              <a:gd name="connsiteX93" fmla="*/ 1480953 w 6099728"/>
              <a:gd name="connsiteY93" fmla="*/ 1519990 h 6858000"/>
              <a:gd name="connsiteX94" fmla="*/ 1570321 w 6099728"/>
              <a:gd name="connsiteY94" fmla="*/ 1519990 h 6858000"/>
              <a:gd name="connsiteX95" fmla="*/ 1570321 w 6099728"/>
              <a:gd name="connsiteY95" fmla="*/ 753979 h 6858000"/>
              <a:gd name="connsiteX96" fmla="*/ 1659689 w 6099728"/>
              <a:gd name="connsiteY96" fmla="*/ 753979 h 6858000"/>
              <a:gd name="connsiteX97" fmla="*/ 1659689 w 6099728"/>
              <a:gd name="connsiteY97" fmla="*/ 20884 h 6858000"/>
              <a:gd name="connsiteX98" fmla="*/ 1187316 w 6099728"/>
              <a:gd name="connsiteY98" fmla="*/ 0 h 6858000"/>
              <a:gd name="connsiteX99" fmla="*/ 1385202 w 6099728"/>
              <a:gd name="connsiteY99" fmla="*/ 0 h 6858000"/>
              <a:gd name="connsiteX100" fmla="*/ 1385202 w 6099728"/>
              <a:gd name="connsiteY100" fmla="*/ 20884 h 6858000"/>
              <a:gd name="connsiteX101" fmla="*/ 1385202 w 6099728"/>
              <a:gd name="connsiteY101" fmla="*/ 753979 h 6858000"/>
              <a:gd name="connsiteX102" fmla="*/ 1295834 w 6099728"/>
              <a:gd name="connsiteY102" fmla="*/ 753979 h 6858000"/>
              <a:gd name="connsiteX103" fmla="*/ 1295834 w 6099728"/>
              <a:gd name="connsiteY103" fmla="*/ 1519990 h 6858000"/>
              <a:gd name="connsiteX104" fmla="*/ 1206466 w 6099728"/>
              <a:gd name="connsiteY104" fmla="*/ 1519990 h 6858000"/>
              <a:gd name="connsiteX105" fmla="*/ 1206466 w 6099728"/>
              <a:gd name="connsiteY105" fmla="*/ 2286000 h 6858000"/>
              <a:gd name="connsiteX106" fmla="*/ 1117098 w 6099728"/>
              <a:gd name="connsiteY106" fmla="*/ 2286000 h 6858000"/>
              <a:gd name="connsiteX107" fmla="*/ 1117098 w 6099728"/>
              <a:gd name="connsiteY107" fmla="*/ 3052011 h 6858000"/>
              <a:gd name="connsiteX108" fmla="*/ 1027730 w 6099728"/>
              <a:gd name="connsiteY108" fmla="*/ 3052011 h 6858000"/>
              <a:gd name="connsiteX109" fmla="*/ 1027730 w 6099728"/>
              <a:gd name="connsiteY109" fmla="*/ 3818022 h 6858000"/>
              <a:gd name="connsiteX110" fmla="*/ 938363 w 6099728"/>
              <a:gd name="connsiteY110" fmla="*/ 3818022 h 6858000"/>
              <a:gd name="connsiteX111" fmla="*/ 938363 w 6099728"/>
              <a:gd name="connsiteY111" fmla="*/ 4584032 h 6858000"/>
              <a:gd name="connsiteX112" fmla="*/ 848995 w 6099728"/>
              <a:gd name="connsiteY112" fmla="*/ 4584032 h 6858000"/>
              <a:gd name="connsiteX113" fmla="*/ 848995 w 6099728"/>
              <a:gd name="connsiteY113" fmla="*/ 5350043 h 6858000"/>
              <a:gd name="connsiteX114" fmla="*/ 759627 w 6099728"/>
              <a:gd name="connsiteY114" fmla="*/ 5350043 h 6858000"/>
              <a:gd name="connsiteX115" fmla="*/ 759627 w 6099728"/>
              <a:gd name="connsiteY115" fmla="*/ 6116053 h 6858000"/>
              <a:gd name="connsiteX116" fmla="*/ 670259 w 6099728"/>
              <a:gd name="connsiteY116" fmla="*/ 6116053 h 6858000"/>
              <a:gd name="connsiteX117" fmla="*/ 670259 w 6099728"/>
              <a:gd name="connsiteY117" fmla="*/ 6849150 h 6858000"/>
              <a:gd name="connsiteX118" fmla="*/ 670259 w 6099728"/>
              <a:gd name="connsiteY118" fmla="*/ 6858000 h 6858000"/>
              <a:gd name="connsiteX119" fmla="*/ 472373 w 6099728"/>
              <a:gd name="connsiteY119" fmla="*/ 6858000 h 6858000"/>
              <a:gd name="connsiteX120" fmla="*/ 472373 w 6099728"/>
              <a:gd name="connsiteY120" fmla="*/ 6849150 h 6858000"/>
              <a:gd name="connsiteX121" fmla="*/ 472373 w 6099728"/>
              <a:gd name="connsiteY121" fmla="*/ 6116053 h 6858000"/>
              <a:gd name="connsiteX122" fmla="*/ 561741 w 6099728"/>
              <a:gd name="connsiteY122" fmla="*/ 6116053 h 6858000"/>
              <a:gd name="connsiteX123" fmla="*/ 561741 w 6099728"/>
              <a:gd name="connsiteY123" fmla="*/ 5350043 h 6858000"/>
              <a:gd name="connsiteX124" fmla="*/ 651109 w 6099728"/>
              <a:gd name="connsiteY124" fmla="*/ 5350043 h 6858000"/>
              <a:gd name="connsiteX125" fmla="*/ 651109 w 6099728"/>
              <a:gd name="connsiteY125" fmla="*/ 4584032 h 6858000"/>
              <a:gd name="connsiteX126" fmla="*/ 740477 w 6099728"/>
              <a:gd name="connsiteY126" fmla="*/ 4584032 h 6858000"/>
              <a:gd name="connsiteX127" fmla="*/ 740477 w 6099728"/>
              <a:gd name="connsiteY127" fmla="*/ 3818022 h 6858000"/>
              <a:gd name="connsiteX128" fmla="*/ 829845 w 6099728"/>
              <a:gd name="connsiteY128" fmla="*/ 3818022 h 6858000"/>
              <a:gd name="connsiteX129" fmla="*/ 829845 w 6099728"/>
              <a:gd name="connsiteY129" fmla="*/ 3052011 h 6858000"/>
              <a:gd name="connsiteX130" fmla="*/ 919212 w 6099728"/>
              <a:gd name="connsiteY130" fmla="*/ 3052011 h 6858000"/>
              <a:gd name="connsiteX131" fmla="*/ 919212 w 6099728"/>
              <a:gd name="connsiteY131" fmla="*/ 2286000 h 6858000"/>
              <a:gd name="connsiteX132" fmla="*/ 1008580 w 6099728"/>
              <a:gd name="connsiteY132" fmla="*/ 2286000 h 6858000"/>
              <a:gd name="connsiteX133" fmla="*/ 1008580 w 6099728"/>
              <a:gd name="connsiteY133" fmla="*/ 1519990 h 6858000"/>
              <a:gd name="connsiteX134" fmla="*/ 1097948 w 6099728"/>
              <a:gd name="connsiteY134" fmla="*/ 1519990 h 6858000"/>
              <a:gd name="connsiteX135" fmla="*/ 1097948 w 6099728"/>
              <a:gd name="connsiteY135" fmla="*/ 753979 h 6858000"/>
              <a:gd name="connsiteX136" fmla="*/ 1187316 w 6099728"/>
              <a:gd name="connsiteY136" fmla="*/ 753979 h 6858000"/>
              <a:gd name="connsiteX137" fmla="*/ 1187316 w 6099728"/>
              <a:gd name="connsiteY137" fmla="*/ 20884 h 6858000"/>
              <a:gd name="connsiteX138" fmla="*/ 714943 w 6099728"/>
              <a:gd name="connsiteY138" fmla="*/ 0 h 6858000"/>
              <a:gd name="connsiteX139" fmla="*/ 823461 w 6099728"/>
              <a:gd name="connsiteY139" fmla="*/ 0 h 6858000"/>
              <a:gd name="connsiteX140" fmla="*/ 823461 w 6099728"/>
              <a:gd name="connsiteY140" fmla="*/ 20884 h 6858000"/>
              <a:gd name="connsiteX141" fmla="*/ 823461 w 6099728"/>
              <a:gd name="connsiteY141" fmla="*/ 753979 h 6858000"/>
              <a:gd name="connsiteX142" fmla="*/ 734093 w 6099728"/>
              <a:gd name="connsiteY142" fmla="*/ 753979 h 6858000"/>
              <a:gd name="connsiteX143" fmla="*/ 734093 w 6099728"/>
              <a:gd name="connsiteY143" fmla="*/ 1519990 h 6858000"/>
              <a:gd name="connsiteX144" fmla="*/ 644725 w 6099728"/>
              <a:gd name="connsiteY144" fmla="*/ 1519990 h 6858000"/>
              <a:gd name="connsiteX145" fmla="*/ 644725 w 6099728"/>
              <a:gd name="connsiteY145" fmla="*/ 2286000 h 6858000"/>
              <a:gd name="connsiteX146" fmla="*/ 555358 w 6099728"/>
              <a:gd name="connsiteY146" fmla="*/ 2286000 h 6858000"/>
              <a:gd name="connsiteX147" fmla="*/ 555358 w 6099728"/>
              <a:gd name="connsiteY147" fmla="*/ 3052011 h 6858000"/>
              <a:gd name="connsiteX148" fmla="*/ 465990 w 6099728"/>
              <a:gd name="connsiteY148" fmla="*/ 3052011 h 6858000"/>
              <a:gd name="connsiteX149" fmla="*/ 465990 w 6099728"/>
              <a:gd name="connsiteY149" fmla="*/ 3818022 h 6858000"/>
              <a:gd name="connsiteX150" fmla="*/ 376622 w 6099728"/>
              <a:gd name="connsiteY150" fmla="*/ 3818022 h 6858000"/>
              <a:gd name="connsiteX151" fmla="*/ 376622 w 6099728"/>
              <a:gd name="connsiteY151" fmla="*/ 4584032 h 6858000"/>
              <a:gd name="connsiteX152" fmla="*/ 287254 w 6099728"/>
              <a:gd name="connsiteY152" fmla="*/ 4584032 h 6858000"/>
              <a:gd name="connsiteX153" fmla="*/ 287254 w 6099728"/>
              <a:gd name="connsiteY153" fmla="*/ 5350043 h 6858000"/>
              <a:gd name="connsiteX154" fmla="*/ 197886 w 6099728"/>
              <a:gd name="connsiteY154" fmla="*/ 5350043 h 6858000"/>
              <a:gd name="connsiteX155" fmla="*/ 197886 w 6099728"/>
              <a:gd name="connsiteY155" fmla="*/ 6116053 h 6858000"/>
              <a:gd name="connsiteX156" fmla="*/ 108518 w 6099728"/>
              <a:gd name="connsiteY156" fmla="*/ 6116053 h 6858000"/>
              <a:gd name="connsiteX157" fmla="*/ 108518 w 6099728"/>
              <a:gd name="connsiteY157" fmla="*/ 6849150 h 6858000"/>
              <a:gd name="connsiteX158" fmla="*/ 108518 w 6099728"/>
              <a:gd name="connsiteY158" fmla="*/ 6858000 h 6858000"/>
              <a:gd name="connsiteX159" fmla="*/ 0 w 6099728"/>
              <a:gd name="connsiteY159" fmla="*/ 6858000 h 6858000"/>
              <a:gd name="connsiteX160" fmla="*/ 0 w 6099728"/>
              <a:gd name="connsiteY160" fmla="*/ 6849150 h 6858000"/>
              <a:gd name="connsiteX161" fmla="*/ 0 w 6099728"/>
              <a:gd name="connsiteY161" fmla="*/ 6116053 h 6858000"/>
              <a:gd name="connsiteX162" fmla="*/ 89368 w 6099728"/>
              <a:gd name="connsiteY162" fmla="*/ 6116053 h 6858000"/>
              <a:gd name="connsiteX163" fmla="*/ 89368 w 6099728"/>
              <a:gd name="connsiteY163" fmla="*/ 5350043 h 6858000"/>
              <a:gd name="connsiteX164" fmla="*/ 178736 w 6099728"/>
              <a:gd name="connsiteY164" fmla="*/ 5350043 h 6858000"/>
              <a:gd name="connsiteX165" fmla="*/ 178736 w 6099728"/>
              <a:gd name="connsiteY165" fmla="*/ 4584032 h 6858000"/>
              <a:gd name="connsiteX166" fmla="*/ 268104 w 6099728"/>
              <a:gd name="connsiteY166" fmla="*/ 4584032 h 6858000"/>
              <a:gd name="connsiteX167" fmla="*/ 268104 w 6099728"/>
              <a:gd name="connsiteY167" fmla="*/ 3818022 h 6858000"/>
              <a:gd name="connsiteX168" fmla="*/ 357472 w 6099728"/>
              <a:gd name="connsiteY168" fmla="*/ 3818022 h 6858000"/>
              <a:gd name="connsiteX169" fmla="*/ 357472 w 6099728"/>
              <a:gd name="connsiteY169" fmla="*/ 3052011 h 6858000"/>
              <a:gd name="connsiteX170" fmla="*/ 446839 w 6099728"/>
              <a:gd name="connsiteY170" fmla="*/ 3052011 h 6858000"/>
              <a:gd name="connsiteX171" fmla="*/ 446839 w 6099728"/>
              <a:gd name="connsiteY171" fmla="*/ 2286000 h 6858000"/>
              <a:gd name="connsiteX172" fmla="*/ 536207 w 6099728"/>
              <a:gd name="connsiteY172" fmla="*/ 2286000 h 6858000"/>
              <a:gd name="connsiteX173" fmla="*/ 536207 w 6099728"/>
              <a:gd name="connsiteY173" fmla="*/ 1519990 h 6858000"/>
              <a:gd name="connsiteX174" fmla="*/ 625575 w 6099728"/>
              <a:gd name="connsiteY174" fmla="*/ 1519990 h 6858000"/>
              <a:gd name="connsiteX175" fmla="*/ 625575 w 6099728"/>
              <a:gd name="connsiteY175" fmla="*/ 753979 h 6858000"/>
              <a:gd name="connsiteX176" fmla="*/ 714943 w 6099728"/>
              <a:gd name="connsiteY176" fmla="*/ 753979 h 6858000"/>
              <a:gd name="connsiteX177" fmla="*/ 714943 w 6099728"/>
              <a:gd name="connsiteY177" fmla="*/ 2088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</a:cxnLst>
            <a:rect l="l" t="t" r="r" b="b"/>
            <a:pathLst>
              <a:path w="6099728" h="6858000">
                <a:moveTo>
                  <a:pt x="2610818" y="0"/>
                </a:moveTo>
                <a:lnTo>
                  <a:pt x="6099728" y="0"/>
                </a:lnTo>
                <a:lnTo>
                  <a:pt x="6099728" y="6858000"/>
                </a:lnTo>
                <a:lnTo>
                  <a:pt x="1895875" y="6858000"/>
                </a:lnTo>
                <a:lnTo>
                  <a:pt x="1895875" y="6116053"/>
                </a:lnTo>
                <a:lnTo>
                  <a:pt x="1985243" y="6116053"/>
                </a:lnTo>
                <a:cubicBezTo>
                  <a:pt x="1985243" y="6116053"/>
                  <a:pt x="1985243" y="5350043"/>
                  <a:pt x="1985243" y="5350043"/>
                </a:cubicBezTo>
                <a:lnTo>
                  <a:pt x="2074611" y="5350043"/>
                </a:lnTo>
                <a:cubicBezTo>
                  <a:pt x="2074611" y="5350043"/>
                  <a:pt x="2074611" y="4584032"/>
                  <a:pt x="2074611" y="4584032"/>
                </a:cubicBezTo>
                <a:lnTo>
                  <a:pt x="2163979" y="4584032"/>
                </a:lnTo>
                <a:cubicBezTo>
                  <a:pt x="2163979" y="4584032"/>
                  <a:pt x="2163979" y="3818022"/>
                  <a:pt x="2163979" y="3818022"/>
                </a:cubicBezTo>
                <a:lnTo>
                  <a:pt x="2253347" y="3818022"/>
                </a:lnTo>
                <a:cubicBezTo>
                  <a:pt x="2253347" y="3818022"/>
                  <a:pt x="2253347" y="3052011"/>
                  <a:pt x="2253347" y="3052011"/>
                </a:cubicBezTo>
                <a:lnTo>
                  <a:pt x="2342714" y="3052011"/>
                </a:lnTo>
                <a:cubicBezTo>
                  <a:pt x="2342714" y="3052011"/>
                  <a:pt x="2342714" y="2286000"/>
                  <a:pt x="2342714" y="2286000"/>
                </a:cubicBezTo>
                <a:lnTo>
                  <a:pt x="2432082" y="2286000"/>
                </a:lnTo>
                <a:cubicBezTo>
                  <a:pt x="2432082" y="2286000"/>
                  <a:pt x="2432082" y="1519990"/>
                  <a:pt x="2432082" y="1519990"/>
                </a:cubicBezTo>
                <a:lnTo>
                  <a:pt x="2521450" y="1519990"/>
                </a:lnTo>
                <a:cubicBezTo>
                  <a:pt x="2521450" y="1519990"/>
                  <a:pt x="2521450" y="753979"/>
                  <a:pt x="2521450" y="753979"/>
                </a:cubicBezTo>
                <a:cubicBezTo>
                  <a:pt x="2521450" y="753979"/>
                  <a:pt x="2610818" y="753979"/>
                  <a:pt x="2610818" y="753979"/>
                </a:cubicBezTo>
                <a:close/>
                <a:moveTo>
                  <a:pt x="2138445" y="0"/>
                </a:moveTo>
                <a:lnTo>
                  <a:pt x="2521450" y="0"/>
                </a:lnTo>
                <a:lnTo>
                  <a:pt x="2521450" y="753979"/>
                </a:lnTo>
                <a:lnTo>
                  <a:pt x="2432082" y="753979"/>
                </a:lnTo>
                <a:cubicBezTo>
                  <a:pt x="2432082" y="753979"/>
                  <a:pt x="2432082" y="1519990"/>
                  <a:pt x="2432082" y="1519990"/>
                </a:cubicBezTo>
                <a:lnTo>
                  <a:pt x="2342714" y="1519990"/>
                </a:lnTo>
                <a:cubicBezTo>
                  <a:pt x="2342714" y="1519990"/>
                  <a:pt x="2342714" y="2286000"/>
                  <a:pt x="2342714" y="2286000"/>
                </a:cubicBezTo>
                <a:lnTo>
                  <a:pt x="2253347" y="2286000"/>
                </a:lnTo>
                <a:cubicBezTo>
                  <a:pt x="2253347" y="2286000"/>
                  <a:pt x="2253347" y="3052011"/>
                  <a:pt x="2253347" y="3052011"/>
                </a:cubicBezTo>
                <a:lnTo>
                  <a:pt x="2163979" y="3052011"/>
                </a:lnTo>
                <a:cubicBezTo>
                  <a:pt x="2163979" y="3052011"/>
                  <a:pt x="2163979" y="3818022"/>
                  <a:pt x="2163979" y="3818022"/>
                </a:cubicBezTo>
                <a:lnTo>
                  <a:pt x="2074611" y="3818022"/>
                </a:lnTo>
                <a:cubicBezTo>
                  <a:pt x="2074611" y="3818022"/>
                  <a:pt x="2074611" y="4584032"/>
                  <a:pt x="2074611" y="4584032"/>
                </a:cubicBezTo>
                <a:lnTo>
                  <a:pt x="1985243" y="4584032"/>
                </a:lnTo>
                <a:cubicBezTo>
                  <a:pt x="1985243" y="4584032"/>
                  <a:pt x="1985243" y="5350043"/>
                  <a:pt x="1985243" y="5350043"/>
                </a:cubicBezTo>
                <a:lnTo>
                  <a:pt x="1895875" y="5350043"/>
                </a:lnTo>
                <a:cubicBezTo>
                  <a:pt x="1895875" y="5350043"/>
                  <a:pt x="1895875" y="6116053"/>
                  <a:pt x="1895875" y="6116053"/>
                </a:cubicBezTo>
                <a:lnTo>
                  <a:pt x="1806507" y="6116053"/>
                </a:lnTo>
                <a:lnTo>
                  <a:pt x="1806507" y="6858000"/>
                </a:lnTo>
                <a:lnTo>
                  <a:pt x="1423502" y="6858000"/>
                </a:lnTo>
                <a:lnTo>
                  <a:pt x="1423502" y="6849150"/>
                </a:lnTo>
                <a:cubicBezTo>
                  <a:pt x="1423502" y="6702530"/>
                  <a:pt x="1423502" y="6116053"/>
                  <a:pt x="1423502" y="6116053"/>
                </a:cubicBezTo>
                <a:lnTo>
                  <a:pt x="1512870" y="6116053"/>
                </a:lnTo>
                <a:cubicBezTo>
                  <a:pt x="1512870" y="6116053"/>
                  <a:pt x="1512870" y="5350043"/>
                  <a:pt x="1512870" y="5350043"/>
                </a:cubicBezTo>
                <a:lnTo>
                  <a:pt x="1602238" y="5350043"/>
                </a:lnTo>
                <a:cubicBezTo>
                  <a:pt x="1602238" y="5350043"/>
                  <a:pt x="1602238" y="4584032"/>
                  <a:pt x="1602238" y="4584032"/>
                </a:cubicBezTo>
                <a:lnTo>
                  <a:pt x="1691606" y="4584032"/>
                </a:lnTo>
                <a:cubicBezTo>
                  <a:pt x="1691606" y="4584032"/>
                  <a:pt x="1691606" y="3818022"/>
                  <a:pt x="1691606" y="3818022"/>
                </a:cubicBezTo>
                <a:lnTo>
                  <a:pt x="1780974" y="3818022"/>
                </a:lnTo>
                <a:cubicBezTo>
                  <a:pt x="1780974" y="3818022"/>
                  <a:pt x="1780974" y="3052011"/>
                  <a:pt x="1780974" y="3052011"/>
                </a:cubicBezTo>
                <a:lnTo>
                  <a:pt x="1870342" y="3052011"/>
                </a:lnTo>
                <a:cubicBezTo>
                  <a:pt x="1870342" y="3052011"/>
                  <a:pt x="1870342" y="2286000"/>
                  <a:pt x="1870342" y="2286000"/>
                </a:cubicBezTo>
                <a:lnTo>
                  <a:pt x="1959709" y="2286000"/>
                </a:lnTo>
                <a:cubicBezTo>
                  <a:pt x="1959709" y="2286000"/>
                  <a:pt x="1959709" y="1519990"/>
                  <a:pt x="1959709" y="1519990"/>
                </a:cubicBezTo>
                <a:lnTo>
                  <a:pt x="2049077" y="1519990"/>
                </a:lnTo>
                <a:cubicBezTo>
                  <a:pt x="2049077" y="1519990"/>
                  <a:pt x="2049077" y="753979"/>
                  <a:pt x="2049077" y="753979"/>
                </a:cubicBezTo>
                <a:lnTo>
                  <a:pt x="2138445" y="753979"/>
                </a:lnTo>
                <a:cubicBezTo>
                  <a:pt x="2138445" y="753979"/>
                  <a:pt x="2138445" y="167503"/>
                  <a:pt x="2138445" y="20884"/>
                </a:cubicBezTo>
                <a:close/>
                <a:moveTo>
                  <a:pt x="1659689" y="0"/>
                </a:moveTo>
                <a:lnTo>
                  <a:pt x="1959709" y="0"/>
                </a:lnTo>
                <a:lnTo>
                  <a:pt x="1959709" y="20884"/>
                </a:lnTo>
                <a:cubicBezTo>
                  <a:pt x="1959709" y="167503"/>
                  <a:pt x="1959709" y="753979"/>
                  <a:pt x="1959709" y="753979"/>
                </a:cubicBezTo>
                <a:lnTo>
                  <a:pt x="1870342" y="753979"/>
                </a:lnTo>
                <a:cubicBezTo>
                  <a:pt x="1870342" y="753979"/>
                  <a:pt x="1870342" y="1519990"/>
                  <a:pt x="1870342" y="1519990"/>
                </a:cubicBezTo>
                <a:lnTo>
                  <a:pt x="1780974" y="1519990"/>
                </a:lnTo>
                <a:cubicBezTo>
                  <a:pt x="1780974" y="1519990"/>
                  <a:pt x="1780974" y="2286000"/>
                  <a:pt x="1780974" y="2286000"/>
                </a:cubicBezTo>
                <a:lnTo>
                  <a:pt x="1691606" y="2286000"/>
                </a:lnTo>
                <a:cubicBezTo>
                  <a:pt x="1691606" y="2286000"/>
                  <a:pt x="1691606" y="3052011"/>
                  <a:pt x="1691606" y="3052011"/>
                </a:cubicBezTo>
                <a:lnTo>
                  <a:pt x="1602238" y="3052011"/>
                </a:lnTo>
                <a:cubicBezTo>
                  <a:pt x="1602238" y="3052011"/>
                  <a:pt x="1602238" y="3818022"/>
                  <a:pt x="1602238" y="3818022"/>
                </a:cubicBezTo>
                <a:lnTo>
                  <a:pt x="1512870" y="3818022"/>
                </a:lnTo>
                <a:cubicBezTo>
                  <a:pt x="1512870" y="3818022"/>
                  <a:pt x="1512870" y="4584032"/>
                  <a:pt x="1512870" y="4584032"/>
                </a:cubicBezTo>
                <a:lnTo>
                  <a:pt x="1423502" y="4584032"/>
                </a:lnTo>
                <a:cubicBezTo>
                  <a:pt x="1423502" y="4584032"/>
                  <a:pt x="1423502" y="5350043"/>
                  <a:pt x="1423502" y="5350043"/>
                </a:cubicBezTo>
                <a:lnTo>
                  <a:pt x="1334134" y="5350043"/>
                </a:lnTo>
                <a:cubicBezTo>
                  <a:pt x="1334134" y="5350043"/>
                  <a:pt x="1334134" y="6116053"/>
                  <a:pt x="1334134" y="6116053"/>
                </a:cubicBezTo>
                <a:lnTo>
                  <a:pt x="1244767" y="6116053"/>
                </a:lnTo>
                <a:cubicBezTo>
                  <a:pt x="1244767" y="6116053"/>
                  <a:pt x="1244767" y="6702530"/>
                  <a:pt x="1244767" y="6849150"/>
                </a:cubicBezTo>
                <a:lnTo>
                  <a:pt x="1244767" y="6858000"/>
                </a:lnTo>
                <a:lnTo>
                  <a:pt x="944746" y="6858000"/>
                </a:lnTo>
                <a:lnTo>
                  <a:pt x="944746" y="6849150"/>
                </a:lnTo>
                <a:cubicBezTo>
                  <a:pt x="944746" y="6702530"/>
                  <a:pt x="944746" y="6116053"/>
                  <a:pt x="944746" y="6116053"/>
                </a:cubicBezTo>
                <a:lnTo>
                  <a:pt x="1034114" y="6116053"/>
                </a:lnTo>
                <a:cubicBezTo>
                  <a:pt x="1034114" y="6116053"/>
                  <a:pt x="1034114" y="5350043"/>
                  <a:pt x="1034114" y="5350043"/>
                </a:cubicBezTo>
                <a:lnTo>
                  <a:pt x="1123482" y="5350043"/>
                </a:lnTo>
                <a:cubicBezTo>
                  <a:pt x="1123482" y="5350043"/>
                  <a:pt x="1123482" y="4584032"/>
                  <a:pt x="1123482" y="4584032"/>
                </a:cubicBezTo>
                <a:lnTo>
                  <a:pt x="1212850" y="4584032"/>
                </a:lnTo>
                <a:cubicBezTo>
                  <a:pt x="1212850" y="4584032"/>
                  <a:pt x="1212850" y="3818022"/>
                  <a:pt x="1212850" y="3818022"/>
                </a:cubicBezTo>
                <a:lnTo>
                  <a:pt x="1302217" y="3818022"/>
                </a:lnTo>
                <a:cubicBezTo>
                  <a:pt x="1302217" y="3818022"/>
                  <a:pt x="1302217" y="3052011"/>
                  <a:pt x="1302217" y="3052011"/>
                </a:cubicBezTo>
                <a:lnTo>
                  <a:pt x="1391585" y="3052011"/>
                </a:lnTo>
                <a:cubicBezTo>
                  <a:pt x="1391585" y="3052011"/>
                  <a:pt x="1391585" y="2286000"/>
                  <a:pt x="1391585" y="2286000"/>
                </a:cubicBezTo>
                <a:lnTo>
                  <a:pt x="1480953" y="2286000"/>
                </a:lnTo>
                <a:cubicBezTo>
                  <a:pt x="1480953" y="2286000"/>
                  <a:pt x="1480953" y="1519990"/>
                  <a:pt x="1480953" y="1519990"/>
                </a:cubicBezTo>
                <a:lnTo>
                  <a:pt x="1570321" y="1519990"/>
                </a:lnTo>
                <a:cubicBezTo>
                  <a:pt x="1570321" y="1519990"/>
                  <a:pt x="1570321" y="753979"/>
                  <a:pt x="1570321" y="753979"/>
                </a:cubicBezTo>
                <a:lnTo>
                  <a:pt x="1659689" y="753979"/>
                </a:lnTo>
                <a:cubicBezTo>
                  <a:pt x="1659689" y="753979"/>
                  <a:pt x="1659689" y="167503"/>
                  <a:pt x="1659689" y="20884"/>
                </a:cubicBezTo>
                <a:close/>
                <a:moveTo>
                  <a:pt x="1187316" y="0"/>
                </a:moveTo>
                <a:lnTo>
                  <a:pt x="1385202" y="0"/>
                </a:lnTo>
                <a:lnTo>
                  <a:pt x="1385202" y="20884"/>
                </a:lnTo>
                <a:cubicBezTo>
                  <a:pt x="1385202" y="167503"/>
                  <a:pt x="1385202" y="753979"/>
                  <a:pt x="1385202" y="753979"/>
                </a:cubicBezTo>
                <a:lnTo>
                  <a:pt x="1295834" y="753979"/>
                </a:lnTo>
                <a:cubicBezTo>
                  <a:pt x="1295834" y="753979"/>
                  <a:pt x="1295834" y="1519990"/>
                  <a:pt x="1295834" y="1519990"/>
                </a:cubicBezTo>
                <a:lnTo>
                  <a:pt x="1206466" y="1519990"/>
                </a:lnTo>
                <a:cubicBezTo>
                  <a:pt x="1206466" y="1519990"/>
                  <a:pt x="1206466" y="2286000"/>
                  <a:pt x="1206466" y="2286000"/>
                </a:cubicBezTo>
                <a:lnTo>
                  <a:pt x="1117098" y="2286000"/>
                </a:lnTo>
                <a:cubicBezTo>
                  <a:pt x="1117098" y="2286000"/>
                  <a:pt x="1117098" y="3052011"/>
                  <a:pt x="1117098" y="3052011"/>
                </a:cubicBezTo>
                <a:lnTo>
                  <a:pt x="1027730" y="3052011"/>
                </a:lnTo>
                <a:cubicBezTo>
                  <a:pt x="1027730" y="3052011"/>
                  <a:pt x="1027730" y="3818022"/>
                  <a:pt x="1027730" y="3818022"/>
                </a:cubicBezTo>
                <a:lnTo>
                  <a:pt x="938363" y="3818022"/>
                </a:lnTo>
                <a:cubicBezTo>
                  <a:pt x="938363" y="3818022"/>
                  <a:pt x="938363" y="4584032"/>
                  <a:pt x="938363" y="4584032"/>
                </a:cubicBezTo>
                <a:lnTo>
                  <a:pt x="848995" y="4584032"/>
                </a:lnTo>
                <a:cubicBezTo>
                  <a:pt x="848995" y="4584032"/>
                  <a:pt x="848995" y="5350043"/>
                  <a:pt x="848995" y="5350043"/>
                </a:cubicBezTo>
                <a:lnTo>
                  <a:pt x="759627" y="5350043"/>
                </a:lnTo>
                <a:cubicBezTo>
                  <a:pt x="759627" y="5350043"/>
                  <a:pt x="759627" y="6116053"/>
                  <a:pt x="759627" y="6116053"/>
                </a:cubicBezTo>
                <a:lnTo>
                  <a:pt x="670259" y="6116053"/>
                </a:lnTo>
                <a:cubicBezTo>
                  <a:pt x="670259" y="6116053"/>
                  <a:pt x="670259" y="6702530"/>
                  <a:pt x="670259" y="6849150"/>
                </a:cubicBezTo>
                <a:lnTo>
                  <a:pt x="670259" y="6858000"/>
                </a:lnTo>
                <a:lnTo>
                  <a:pt x="472373" y="6858000"/>
                </a:lnTo>
                <a:lnTo>
                  <a:pt x="472373" y="6849150"/>
                </a:lnTo>
                <a:cubicBezTo>
                  <a:pt x="472373" y="6702530"/>
                  <a:pt x="472373" y="6116053"/>
                  <a:pt x="472373" y="6116053"/>
                </a:cubicBezTo>
                <a:lnTo>
                  <a:pt x="561741" y="6116053"/>
                </a:lnTo>
                <a:cubicBezTo>
                  <a:pt x="561741" y="6116053"/>
                  <a:pt x="561741" y="5350043"/>
                  <a:pt x="561741" y="5350043"/>
                </a:cubicBezTo>
                <a:lnTo>
                  <a:pt x="651109" y="5350043"/>
                </a:lnTo>
                <a:cubicBezTo>
                  <a:pt x="651109" y="5350043"/>
                  <a:pt x="651109" y="4584032"/>
                  <a:pt x="651109" y="4584032"/>
                </a:cubicBezTo>
                <a:lnTo>
                  <a:pt x="740477" y="4584032"/>
                </a:lnTo>
                <a:cubicBezTo>
                  <a:pt x="740477" y="4584032"/>
                  <a:pt x="740477" y="3818022"/>
                  <a:pt x="740477" y="3818022"/>
                </a:cubicBezTo>
                <a:lnTo>
                  <a:pt x="829845" y="3818022"/>
                </a:lnTo>
                <a:cubicBezTo>
                  <a:pt x="829845" y="3818022"/>
                  <a:pt x="829845" y="3052011"/>
                  <a:pt x="829845" y="3052011"/>
                </a:cubicBezTo>
                <a:lnTo>
                  <a:pt x="919212" y="3052011"/>
                </a:lnTo>
                <a:cubicBezTo>
                  <a:pt x="919212" y="3052011"/>
                  <a:pt x="919212" y="2286000"/>
                  <a:pt x="919212" y="2286000"/>
                </a:cubicBezTo>
                <a:lnTo>
                  <a:pt x="1008580" y="2286000"/>
                </a:lnTo>
                <a:cubicBezTo>
                  <a:pt x="1008580" y="2286000"/>
                  <a:pt x="1008580" y="1519990"/>
                  <a:pt x="1008580" y="1519990"/>
                </a:cubicBezTo>
                <a:lnTo>
                  <a:pt x="1097948" y="1519990"/>
                </a:lnTo>
                <a:cubicBezTo>
                  <a:pt x="1097948" y="1519990"/>
                  <a:pt x="1097948" y="753979"/>
                  <a:pt x="1097948" y="753979"/>
                </a:cubicBezTo>
                <a:lnTo>
                  <a:pt x="1187316" y="753979"/>
                </a:lnTo>
                <a:cubicBezTo>
                  <a:pt x="1187316" y="753979"/>
                  <a:pt x="1187316" y="167503"/>
                  <a:pt x="1187316" y="20884"/>
                </a:cubicBezTo>
                <a:close/>
                <a:moveTo>
                  <a:pt x="714943" y="0"/>
                </a:moveTo>
                <a:lnTo>
                  <a:pt x="823461" y="0"/>
                </a:lnTo>
                <a:lnTo>
                  <a:pt x="823461" y="20884"/>
                </a:lnTo>
                <a:cubicBezTo>
                  <a:pt x="823461" y="167503"/>
                  <a:pt x="823461" y="753979"/>
                  <a:pt x="823461" y="753979"/>
                </a:cubicBezTo>
                <a:lnTo>
                  <a:pt x="734093" y="753979"/>
                </a:lnTo>
                <a:cubicBezTo>
                  <a:pt x="734093" y="753979"/>
                  <a:pt x="734093" y="1519990"/>
                  <a:pt x="734093" y="1519990"/>
                </a:cubicBezTo>
                <a:lnTo>
                  <a:pt x="644725" y="1519990"/>
                </a:lnTo>
                <a:cubicBezTo>
                  <a:pt x="644725" y="1519990"/>
                  <a:pt x="644725" y="2286000"/>
                  <a:pt x="644725" y="2286000"/>
                </a:cubicBezTo>
                <a:lnTo>
                  <a:pt x="555358" y="2286000"/>
                </a:lnTo>
                <a:cubicBezTo>
                  <a:pt x="555358" y="2286000"/>
                  <a:pt x="555358" y="3052011"/>
                  <a:pt x="555358" y="3052011"/>
                </a:cubicBezTo>
                <a:lnTo>
                  <a:pt x="465990" y="3052011"/>
                </a:lnTo>
                <a:cubicBezTo>
                  <a:pt x="465990" y="3052011"/>
                  <a:pt x="465990" y="3818022"/>
                  <a:pt x="465990" y="3818022"/>
                </a:cubicBezTo>
                <a:lnTo>
                  <a:pt x="376622" y="3818022"/>
                </a:lnTo>
                <a:cubicBezTo>
                  <a:pt x="376622" y="3818022"/>
                  <a:pt x="376622" y="4584032"/>
                  <a:pt x="376622" y="4584032"/>
                </a:cubicBezTo>
                <a:lnTo>
                  <a:pt x="287254" y="4584032"/>
                </a:lnTo>
                <a:cubicBezTo>
                  <a:pt x="287254" y="4584032"/>
                  <a:pt x="287254" y="5350043"/>
                  <a:pt x="287254" y="5350043"/>
                </a:cubicBezTo>
                <a:lnTo>
                  <a:pt x="197886" y="5350043"/>
                </a:lnTo>
                <a:cubicBezTo>
                  <a:pt x="197886" y="5350043"/>
                  <a:pt x="197886" y="6116053"/>
                  <a:pt x="197886" y="6116053"/>
                </a:cubicBezTo>
                <a:lnTo>
                  <a:pt x="108518" y="6116053"/>
                </a:lnTo>
                <a:cubicBezTo>
                  <a:pt x="108518" y="6116053"/>
                  <a:pt x="108518" y="6702530"/>
                  <a:pt x="108518" y="6849150"/>
                </a:cubicBezTo>
                <a:lnTo>
                  <a:pt x="108518" y="6858000"/>
                </a:lnTo>
                <a:lnTo>
                  <a:pt x="0" y="6858000"/>
                </a:lnTo>
                <a:lnTo>
                  <a:pt x="0" y="6849150"/>
                </a:lnTo>
                <a:cubicBezTo>
                  <a:pt x="0" y="6702530"/>
                  <a:pt x="0" y="6116053"/>
                  <a:pt x="0" y="6116053"/>
                </a:cubicBezTo>
                <a:lnTo>
                  <a:pt x="89368" y="6116053"/>
                </a:lnTo>
                <a:cubicBezTo>
                  <a:pt x="89368" y="6116053"/>
                  <a:pt x="89368" y="5350043"/>
                  <a:pt x="89368" y="5350043"/>
                </a:cubicBezTo>
                <a:lnTo>
                  <a:pt x="178736" y="5350043"/>
                </a:lnTo>
                <a:cubicBezTo>
                  <a:pt x="178736" y="5350043"/>
                  <a:pt x="178736" y="4584032"/>
                  <a:pt x="178736" y="4584032"/>
                </a:cubicBezTo>
                <a:lnTo>
                  <a:pt x="268104" y="4584032"/>
                </a:lnTo>
                <a:cubicBezTo>
                  <a:pt x="268104" y="4584032"/>
                  <a:pt x="268104" y="3818022"/>
                  <a:pt x="268104" y="3818022"/>
                </a:cubicBezTo>
                <a:lnTo>
                  <a:pt x="357472" y="3818022"/>
                </a:lnTo>
                <a:cubicBezTo>
                  <a:pt x="357472" y="3818022"/>
                  <a:pt x="357472" y="3052011"/>
                  <a:pt x="357472" y="3052011"/>
                </a:cubicBezTo>
                <a:lnTo>
                  <a:pt x="446839" y="3052011"/>
                </a:lnTo>
                <a:cubicBezTo>
                  <a:pt x="446839" y="3052011"/>
                  <a:pt x="446839" y="2286000"/>
                  <a:pt x="446839" y="2286000"/>
                </a:cubicBezTo>
                <a:lnTo>
                  <a:pt x="536207" y="2286000"/>
                </a:lnTo>
                <a:cubicBezTo>
                  <a:pt x="536207" y="2286000"/>
                  <a:pt x="536207" y="1519990"/>
                  <a:pt x="536207" y="1519990"/>
                </a:cubicBezTo>
                <a:lnTo>
                  <a:pt x="625575" y="1519990"/>
                </a:lnTo>
                <a:cubicBezTo>
                  <a:pt x="625575" y="1519990"/>
                  <a:pt x="625575" y="753979"/>
                  <a:pt x="625575" y="753979"/>
                </a:cubicBezTo>
                <a:lnTo>
                  <a:pt x="714943" y="753979"/>
                </a:lnTo>
                <a:cubicBezTo>
                  <a:pt x="714943" y="753979"/>
                  <a:pt x="714943" y="167503"/>
                  <a:pt x="714943" y="20884"/>
                </a:cubicBezTo>
                <a:close/>
              </a:path>
            </a:pathLst>
          </a:custGeom>
          <a:noFill/>
        </p:spPr>
        <p:txBody>
          <a:bodyPr wrap="square" bIns="864000" anchor="ctr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endParaRPr lang="en-GB"/>
          </a:p>
        </p:txBody>
      </p:sp>
      <p:sp>
        <p:nvSpPr>
          <p:cNvPr id="5" name="Fußzeilenplatzhalt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31FD4F7B-75D0-34AB-50E8-00F67617E16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1852" y="1772816"/>
            <a:ext cx="5183999" cy="504056"/>
          </a:xfrm>
          <a:prstGeom prst="rect">
            <a:avLst/>
          </a:prstGeom>
        </p:spPr>
        <p:txBody>
          <a:bodyPr lIns="18000"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GB"/>
              <a:t>Chapter 0X.</a:t>
            </a:r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3B662CD1-20A7-7FCF-36B6-8F04E80142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631852" y="2348880"/>
            <a:ext cx="5184000" cy="1223936"/>
          </a:xfrm>
        </p:spPr>
        <p:txBody>
          <a:bodyPr anchor="t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GB"/>
              <a:t>Chapter title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2444A59-A11B-D30A-1AD5-AC8EE0977E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88288" y="6525360"/>
            <a:ext cx="23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rgbClr val="FFFFFF"/>
                </a:solidFill>
              </a:defRPr>
            </a:lvl1pPr>
          </a:lstStyle>
          <a:p>
            <a:r>
              <a:rPr lang="de-DE"/>
              <a:t>© 2026 BlackBerry Limited. All rights reserved.</a:t>
            </a:r>
            <a:endParaRPr lang="en-US"/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64F16516-D1AC-3BC8-1379-009675728DA7}"/>
              </a:ext>
            </a:extLst>
          </p:cNvPr>
          <p:cNvSpPr>
            <a:spLocks noGrp="1" noChangeAspect="1"/>
          </p:cNvSpPr>
          <p:nvPr>
            <p:ph type="body" sz="quarter" idx="16"/>
          </p:nvPr>
        </p:nvSpPr>
        <p:spPr bwMode="black">
          <a:xfrm>
            <a:off x="11060496" y="239458"/>
            <a:ext cx="507600" cy="176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w="0">
            <a:solidFill>
              <a:schemeClr val="tx2">
                <a:alpha val="0"/>
              </a:schemeClr>
            </a:solidFill>
          </a:ln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9pPr>
          </a:lstStyle>
          <a:p>
            <a:pPr lvl="0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16020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17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3659" userDrawn="1">
          <p15:clr>
            <a:srgbClr val="5ACBF0"/>
          </p15:clr>
        </p15:guide>
        <p15:guide id="4" orient="horz" pos="2251" userDrawn="1">
          <p15:clr>
            <a:srgbClr val="5ACBF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gray">
          <a:xfrm>
            <a:off x="623888" y="620687"/>
            <a:ext cx="10944224" cy="504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 bwMode="black">
          <a:xfrm>
            <a:off x="623872" y="1773237"/>
            <a:ext cx="10944224" cy="4464075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3B03897-3806-F68F-6FD7-904E56AC4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25088331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| Marg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EF220C-C7CD-76AD-9FC1-A0856AB0E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8112125" y="0"/>
            <a:ext cx="4079875" cy="6858000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625397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</a:pPr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5" name="Fußzeilenplatzhalt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gray">
          <a:xfrm>
            <a:off x="623888" y="620687"/>
            <a:ext cx="6911975" cy="504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 bwMode="black">
          <a:xfrm>
            <a:off x="623872" y="1773238"/>
            <a:ext cx="6911991" cy="446405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7251B3-800C-C616-EE4B-00036F8126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 bwMode="gray">
          <a:xfrm>
            <a:off x="8688388" y="6525360"/>
            <a:ext cx="2303964" cy="14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sz="700">
                <a:solidFill>
                  <a:srgbClr val="8F8F8B"/>
                </a:solidFill>
                <a:latin typeface="Onest" pitchFamily="2" charset="0"/>
              </a:rPr>
              <a:t>© </a:t>
            </a:r>
            <a:fld id="{A3918C81-82EA-45E5-9D99-58960B473AC9}" type="datetimeyyyy">
              <a:rPr lang="en-US" sz="700" smtClean="0">
                <a:solidFill>
                  <a:srgbClr val="8F8F8B"/>
                </a:solidFill>
                <a:latin typeface="Onest" pitchFamily="2" charset="0"/>
              </a:rPr>
              <a:t>2026</a:t>
            </a:fld>
            <a:r>
              <a:rPr lang="en-US" sz="700">
                <a:solidFill>
                  <a:srgbClr val="8F8F8B"/>
                </a:solidFill>
                <a:latin typeface="Onest" pitchFamily="2" charset="0"/>
              </a:rPr>
              <a:t> BlackBerry Limited. All rights reserved.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23073BE-1E83-1BD0-5242-9984833480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623888" y="298800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1D1CE6E-D607-1A05-429F-E791D9E66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112224" y="1773238"/>
            <a:ext cx="0" cy="44696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44937084-D812-3A4B-EA94-E25321C213CE}"/>
              </a:ext>
            </a:extLst>
          </p:cNvPr>
          <p:cNvSpPr>
            <a:spLocks noGrp="1"/>
          </p:cNvSpPr>
          <p:nvPr>
            <p:ph idx="16" hasCustomPrompt="1"/>
          </p:nvPr>
        </p:nvSpPr>
        <p:spPr bwMode="gray">
          <a:xfrm>
            <a:off x="8688388" y="1773238"/>
            <a:ext cx="2879725" cy="446405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000"/>
            </a:lvl1pPr>
            <a:lvl2pPr>
              <a:spcBef>
                <a:spcPts val="1200"/>
              </a:spcBef>
              <a:spcAft>
                <a:spcPts val="200"/>
              </a:spcAft>
              <a:defRPr sz="1400"/>
            </a:lvl2pPr>
            <a:lvl3pPr marL="108000" indent="-108000">
              <a:spcBef>
                <a:spcPts val="200"/>
              </a:spcBef>
              <a:spcAft>
                <a:spcPts val="200"/>
              </a:spcAft>
              <a:defRPr sz="1000"/>
            </a:lvl3pPr>
            <a:lvl4pPr marL="216000" indent="-108000">
              <a:spcBef>
                <a:spcPts val="200"/>
              </a:spcBef>
              <a:spcAft>
                <a:spcPts val="200"/>
              </a:spcAft>
              <a:defRPr sz="1000"/>
            </a:lvl4pPr>
            <a:lvl5pPr marL="324000" indent="-108000">
              <a:spcBef>
                <a:spcPts val="200"/>
              </a:spcBef>
              <a:spcAft>
                <a:spcPts val="200"/>
              </a:spcAft>
              <a:defRPr sz="1000"/>
            </a:lvl5pPr>
            <a:lvl6pPr>
              <a:defRPr sz="1000"/>
            </a:lvl6pPr>
            <a:lvl7pPr marL="0">
              <a:defRPr sz="1400"/>
            </a:lvl7pPr>
            <a:lvl8pPr marL="108000">
              <a:defRPr sz="1000"/>
            </a:lvl8pPr>
            <a:lvl9pPr marL="216000">
              <a:defRPr sz="1000"/>
            </a:lvl9pPr>
          </a:lstStyle>
          <a:p>
            <a:pPr lvl="0"/>
            <a:r>
              <a:rPr lang="en-GB"/>
              <a:t>First list level: body text in 10 pt (Please use the "Increase/Decrease List Level" buttons on the “Home" tab to switch between the predefined text formats.) </a:t>
            </a:r>
          </a:p>
          <a:p>
            <a:pPr lvl="1"/>
            <a:r>
              <a:rPr lang="en-GB"/>
              <a:t>2nd level, subheading in 14 pt</a:t>
            </a:r>
          </a:p>
          <a:p>
            <a:pPr lvl="2"/>
            <a:r>
              <a:rPr lang="en-GB"/>
              <a:t>3rd level, 1. bullet list in 10 pt</a:t>
            </a:r>
          </a:p>
          <a:p>
            <a:pPr lvl="3"/>
            <a:r>
              <a:rPr lang="en-GB"/>
              <a:t>4th level, 2. bullet list in 10 pt</a:t>
            </a:r>
          </a:p>
          <a:p>
            <a:pPr lvl="4"/>
            <a:r>
              <a:rPr lang="en-GB"/>
              <a:t>5th level, 3. bullet list in 10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E40ECC1E-161B-90A8-D9F3-B50740300B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invGray">
          <a:xfrm>
            <a:off x="11060443" y="239793"/>
            <a:ext cx="507653" cy="17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4016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orient="horz" pos="1117" userDrawn="1">
          <p15:clr>
            <a:srgbClr val="5ACBF0"/>
          </p15:clr>
        </p15:guide>
        <p15:guide id="4" orient="horz" pos="391" userDrawn="1">
          <p15:clr>
            <a:srgbClr val="5ACBF0"/>
          </p15:clr>
        </p15:guide>
        <p15:guide id="5" pos="7287" userDrawn="1">
          <p15:clr>
            <a:srgbClr val="5ACBF0"/>
          </p15:clr>
        </p15:guide>
        <p15:guide id="6" pos="5473" userDrawn="1">
          <p15:clr>
            <a:srgbClr val="5ACBF0"/>
          </p15:clr>
        </p15:guide>
        <p15:guide id="7" pos="4747" userDrawn="1">
          <p15:clr>
            <a:srgbClr val="5ACBF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 bwMode="black">
          <a:xfrm>
            <a:off x="623872" y="1773238"/>
            <a:ext cx="5184000" cy="446405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 bwMode="black">
          <a:xfrm>
            <a:off x="6383338" y="1773238"/>
            <a:ext cx="5184775" cy="446405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4E22620-C5EB-723D-2103-12C2232EDA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344270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17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pos="4021" userDrawn="1">
          <p15:clr>
            <a:srgbClr val="5ACBF0"/>
          </p15:clr>
        </p15:guide>
        <p15:guide id="5" pos="3659" userDrawn="1">
          <p15:clr>
            <a:srgbClr val="5ACBF0"/>
          </p15:clr>
        </p15:guide>
        <p15:guide id="6" orient="horz" pos="391" userDrawn="1">
          <p15:clr>
            <a:srgbClr val="5ACBF0"/>
          </p15:clr>
        </p15:guide>
        <p15:guide id="7" orient="horz" pos="3929" userDrawn="1">
          <p15:clr>
            <a:srgbClr val="5ACBF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 bwMode="black">
          <a:xfrm>
            <a:off x="623872" y="1773237"/>
            <a:ext cx="3240000" cy="4464075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 bwMode="black">
          <a:xfrm>
            <a:off x="4476240" y="1773238"/>
            <a:ext cx="3240000" cy="4464074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8" name="Inhaltsplatzhalter 3"/>
          <p:cNvSpPr>
            <a:spLocks noGrp="1"/>
          </p:cNvSpPr>
          <p:nvPr>
            <p:ph sz="half" idx="13" hasCustomPrompt="1"/>
          </p:nvPr>
        </p:nvSpPr>
        <p:spPr bwMode="black">
          <a:xfrm>
            <a:off x="8328608" y="1773238"/>
            <a:ext cx="3240000" cy="4464074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1E0CD1D-FE11-E070-9C4E-136B507BE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14665303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  <p15:guide id="6" pos="2434" userDrawn="1">
          <p15:clr>
            <a:srgbClr val="5ACBF0"/>
          </p15:clr>
        </p15:guide>
        <p15:guide id="7" pos="2820" userDrawn="1">
          <p15:clr>
            <a:srgbClr val="5ACBF0"/>
          </p15:clr>
        </p15:guide>
        <p15:guide id="8" pos="4861" userDrawn="1">
          <p15:clr>
            <a:srgbClr val="5ACBF0"/>
          </p15:clr>
        </p15:guide>
        <p15:guide id="9" pos="5246" userDrawn="1">
          <p15:clr>
            <a:srgbClr val="5ACBF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 bwMode="black">
          <a:xfrm>
            <a:off x="623872" y="1773237"/>
            <a:ext cx="2304000" cy="4464075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 bwMode="black">
          <a:xfrm>
            <a:off x="3503712" y="1773238"/>
            <a:ext cx="2304000" cy="4464074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8" name="Inhaltsplatzhalter 3"/>
          <p:cNvSpPr>
            <a:spLocks noGrp="1"/>
          </p:cNvSpPr>
          <p:nvPr>
            <p:ph sz="half" idx="13" hasCustomPrompt="1"/>
          </p:nvPr>
        </p:nvSpPr>
        <p:spPr bwMode="black">
          <a:xfrm>
            <a:off x="6384032" y="1773238"/>
            <a:ext cx="2304000" cy="4464074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9" name="Inhaltsplatzhalter 3">
            <a:extLst>
              <a:ext uri="{FF2B5EF4-FFF2-40B4-BE49-F238E27FC236}">
                <a16:creationId xmlns:a16="http://schemas.microsoft.com/office/drawing/2014/main" id="{8FA3A1E1-08E1-874A-0A45-58B204B3C89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 bwMode="black">
          <a:xfrm>
            <a:off x="9263118" y="1773238"/>
            <a:ext cx="2304000" cy="4464074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4D27B05-6A39-67F6-27D2-3552819AB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623888" y="298800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36975662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  <p15:guide id="6" pos="1844" userDrawn="1">
          <p15:clr>
            <a:srgbClr val="5ACBF0"/>
          </p15:clr>
        </p15:guide>
        <p15:guide id="7" pos="2207" userDrawn="1">
          <p15:clr>
            <a:srgbClr val="5ACBF0"/>
          </p15:clr>
        </p15:guide>
        <p15:guide id="8" pos="3659" userDrawn="1">
          <p15:clr>
            <a:srgbClr val="5ACBF0"/>
          </p15:clr>
        </p15:guide>
        <p15:guide id="9" pos="5473" userDrawn="1">
          <p15:clr>
            <a:srgbClr val="5ACBF0"/>
          </p15:clr>
        </p15:guide>
        <p15:guide id="11" pos="4021" userDrawn="1">
          <p15:clr>
            <a:srgbClr val="5ACBF0"/>
          </p15:clr>
        </p15:guide>
        <p15:guide id="12" pos="5836" userDrawn="1">
          <p15:clr>
            <a:srgbClr val="5ACBF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|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 bwMode="black">
          <a:xfrm>
            <a:off x="623872" y="1773238"/>
            <a:ext cx="3456000" cy="446405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8" name="Bildplatzhalter 8">
            <a:extLst>
              <a:ext uri="{FF2B5EF4-FFF2-40B4-BE49-F238E27FC236}">
                <a16:creationId xmlns:a16="http://schemas.microsoft.com/office/drawing/2014/main" id="{3AD1590B-28B0-144A-68CD-F0F91D0782B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5232400" y="1773238"/>
            <a:ext cx="6335713" cy="4464050"/>
          </a:xfrm>
          <a:prstGeom prst="rect">
            <a:avLst/>
          </a:prstGeom>
          <a:noFill/>
        </p:spPr>
        <p:txBody>
          <a:bodyPr bIns="864000" anchor="ctr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E0BBA77-A61C-80AF-78D9-8C02CD3C0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3637824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  <p15:guide id="6" pos="2570" userDrawn="1">
          <p15:clr>
            <a:srgbClr val="5ACBF0"/>
          </p15:clr>
        </p15:guide>
        <p15:guide id="7" pos="3296" userDrawn="1">
          <p15:clr>
            <a:srgbClr val="5ACBF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|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6959600" y="620687"/>
            <a:ext cx="4608512" cy="504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 bwMode="black">
          <a:xfrm>
            <a:off x="6960096" y="1773238"/>
            <a:ext cx="4608000" cy="446405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8" name="Bildplatzhalter 8">
            <a:extLst>
              <a:ext uri="{FF2B5EF4-FFF2-40B4-BE49-F238E27FC236}">
                <a16:creationId xmlns:a16="http://schemas.microsoft.com/office/drawing/2014/main" id="{3AD1590B-28B0-144A-68CD-F0F91D0782B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623392" y="620713"/>
            <a:ext cx="5184000" cy="5616575"/>
          </a:xfrm>
          <a:prstGeom prst="rect">
            <a:avLst/>
          </a:prstGeom>
          <a:noFill/>
        </p:spPr>
        <p:txBody>
          <a:bodyPr bIns="864000" anchor="ctr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A1F83972-D57B-2393-82D2-6CA362BB7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36918812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  <p15:guide id="6" pos="3659" userDrawn="1">
          <p15:clr>
            <a:srgbClr val="5ACBF0"/>
          </p15:clr>
        </p15:guide>
        <p15:guide id="7" pos="4384" userDrawn="1">
          <p15:clr>
            <a:srgbClr val="5ACBF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Bildplatzhalter 8">
            <a:extLst>
              <a:ext uri="{FF2B5EF4-FFF2-40B4-BE49-F238E27FC236}">
                <a16:creationId xmlns:a16="http://schemas.microsoft.com/office/drawing/2014/main" id="{41177C3D-1294-DFF4-E6B0-1F16699BF2C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623872" y="1773238"/>
            <a:ext cx="10944241" cy="4464050"/>
          </a:xfrm>
          <a:prstGeom prst="rect">
            <a:avLst/>
          </a:prstGeom>
          <a:noFill/>
        </p:spPr>
        <p:txBody>
          <a:bodyPr bIns="864000" anchor="ctr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CF619C6-A2E4-8B7D-3EB4-FAFDB97CAB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20074217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17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3929" userDrawn="1">
          <p15:clr>
            <a:srgbClr val="5ACBF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8ADAD-D679-26B4-4AEF-A682620D50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88288" y="6525360"/>
            <a:ext cx="23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noFill/>
              </a:defRPr>
            </a:lvl1pPr>
          </a:lstStyle>
          <a:p>
            <a:r>
              <a:rPr lang="de-DE"/>
              <a:t>© 2026 BlackBerry Limited. All rights reserved.</a:t>
            </a:r>
            <a:endParaRPr lang="en-US"/>
          </a:p>
        </p:txBody>
      </p:sp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 lang="en-US" smtClean="0">
                <a:noFill/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>
          <a:xfrm>
            <a:off x="11208112" y="6525360"/>
            <a:ext cx="360000" cy="14400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B8DF295D-CB11-A4FB-5F5E-834306A9FA8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0" y="0"/>
            <a:ext cx="12192000" cy="6858001"/>
          </a:xfrm>
          <a:prstGeom prst="rect">
            <a:avLst/>
          </a:prstGeom>
          <a:noFill/>
        </p:spPr>
        <p:txBody>
          <a:bodyPr wrap="square" bIns="864000" anchor="ctr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bg1"/>
                </a:solidFill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bg1"/>
                </a:solidFill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bg1"/>
                </a:solidFill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bg1"/>
                </a:solidFill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bg1"/>
                </a:solidFill>
                <a:latin typeface="+mn-lt"/>
              </a:defRPr>
            </a:lvl9pPr>
          </a:lstStyle>
          <a:p>
            <a:endParaRPr lang="en-GB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28C77865-6467-D50F-9DCF-A6AAA413D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888" y="4365312"/>
            <a:ext cx="5183984" cy="1872000"/>
          </a:xfrm>
          <a:noFill/>
        </p:spPr>
        <p:txBody>
          <a:bodyPr lIns="0" tIns="0" rIns="0" bIns="0" anchor="b"/>
          <a:lstStyle>
            <a:lvl1pPr>
              <a:defRPr lang="en-US" sz="4000" dirty="0">
                <a:solidFill>
                  <a:schemeClr val="bg1"/>
                </a:solidFill>
              </a:defRPr>
            </a:lvl1pPr>
          </a:lstStyle>
          <a:p>
            <a:r>
              <a:rPr lang="en-GB"/>
              <a:t>Add a message aligned to the left or right side</a:t>
            </a:r>
          </a:p>
        </p:txBody>
      </p:sp>
      <p:sp>
        <p:nvSpPr>
          <p:cNvPr id="3" name="Callout: Line 2">
            <a:extLst>
              <a:ext uri="{FF2B5EF4-FFF2-40B4-BE49-F238E27FC236}">
                <a16:creationId xmlns:a16="http://schemas.microsoft.com/office/drawing/2014/main" id="{A89324E0-1FA7-5467-7B47-C8D149B094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12432704" y="1628800"/>
            <a:ext cx="1512168" cy="720080"/>
          </a:xfrm>
          <a:prstGeom prst="borderCallout1">
            <a:avLst>
              <a:gd name="adj1" fmla="val 51313"/>
              <a:gd name="adj2" fmla="val 121"/>
              <a:gd name="adj3" fmla="val 51376"/>
              <a:gd name="adj4" fmla="val -15078"/>
            </a:avLst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sz="1000" noProof="0">
                <a:solidFill>
                  <a:schemeClr val="bg1"/>
                </a:solidFill>
              </a:rPr>
              <a:t>Adjust transparency of the picture to ensure readability.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227408C9-542A-5093-B41C-51761CEAF845}"/>
              </a:ext>
            </a:extLst>
          </p:cNvPr>
          <p:cNvSpPr>
            <a:spLocks noGrp="1" noChangeAspect="1"/>
          </p:cNvSpPr>
          <p:nvPr>
            <p:ph type="body" sz="quarter" idx="16"/>
          </p:nvPr>
        </p:nvSpPr>
        <p:spPr bwMode="black">
          <a:xfrm>
            <a:off x="11060496" y="239458"/>
            <a:ext cx="507600" cy="176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w="0">
            <a:solidFill>
              <a:schemeClr val="bg2">
                <a:alpha val="0"/>
              </a:schemeClr>
            </a:solidFill>
          </a:ln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9pPr>
          </a:lstStyle>
          <a:p>
            <a:pPr lvl="0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19760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93" userDrawn="1">
          <p15:clr>
            <a:srgbClr val="5ACBF0"/>
          </p15:clr>
        </p15:guide>
        <p15:guide id="4" orient="horz" pos="391" userDrawn="1">
          <p15:clr>
            <a:srgbClr val="5ACBF0"/>
          </p15:clr>
        </p15:guide>
        <p15:guide id="5" pos="7287" userDrawn="1">
          <p15:clr>
            <a:srgbClr val="5ACBF0"/>
          </p15:clr>
        </p15:guide>
        <p15:guide id="6" orient="horz" pos="3929" userDrawn="1">
          <p15:clr>
            <a:srgbClr val="5ACBF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623888" y="1484784"/>
            <a:ext cx="6912000" cy="2880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GB"/>
              <a:t>Topic of statement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7E6804A-B557-0580-B9FF-6543B0B2702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3888" y="2204864"/>
            <a:ext cx="6911975" cy="4032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3200">
                <a:latin typeface="+mn-lt"/>
              </a:defRPr>
            </a:lvl1pPr>
            <a:lvl2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3200">
                <a:latin typeface="+mn-lt"/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3200">
                <a:latin typeface="+mn-lt"/>
              </a:defRPr>
            </a:lvl3pPr>
            <a:lvl4pPr marL="0" indent="0">
              <a:spcBef>
                <a:spcPts val="600"/>
              </a:spcBef>
              <a:spcAft>
                <a:spcPts val="600"/>
              </a:spcAft>
              <a:buNone/>
              <a:defRPr sz="3200">
                <a:latin typeface="+mn-lt"/>
              </a:defRPr>
            </a:lvl4pPr>
            <a:lvl5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3200">
                <a:latin typeface="+mn-lt"/>
              </a:defRPr>
            </a:lvl5pPr>
            <a:lvl6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3200">
                <a:latin typeface="+mn-lt"/>
              </a:defRPr>
            </a:lvl6pPr>
            <a:lvl7pPr marL="0" indent="0">
              <a:spcBef>
                <a:spcPts val="600"/>
              </a:spcBef>
              <a:spcAft>
                <a:spcPts val="600"/>
              </a:spcAft>
              <a:buNone/>
              <a:defRPr sz="3200">
                <a:latin typeface="+mn-lt"/>
              </a:defRPr>
            </a:lvl7pPr>
            <a:lvl8pPr marL="0" indent="0">
              <a:spcBef>
                <a:spcPts val="600"/>
              </a:spcBef>
              <a:spcAft>
                <a:spcPts val="600"/>
              </a:spcAft>
              <a:buNone/>
              <a:defRPr sz="3200">
                <a:latin typeface="+mn-lt"/>
              </a:defRPr>
            </a:lvl8pPr>
            <a:lvl9pPr marL="0" indent="0">
              <a:spcBef>
                <a:spcPts val="600"/>
              </a:spcBef>
              <a:spcAft>
                <a:spcPts val="600"/>
              </a:spcAft>
              <a:buNone/>
              <a:defRPr sz="3200">
                <a:latin typeface="+mn-lt"/>
              </a:defRPr>
            </a:lvl9pPr>
          </a:lstStyle>
          <a:p>
            <a:pPr lvl="0"/>
            <a:r>
              <a:rPr lang="en-GB"/>
              <a:t>Add an important statement</a:t>
            </a: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D87F7DD5-FE55-1757-0CD4-20FAE20C2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1467" r="83682" b="11572"/>
          <a:stretch/>
        </p:blipFill>
        <p:spPr>
          <a:xfrm>
            <a:off x="9606976" y="0"/>
            <a:ext cx="2585024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47C0BC4A-2B94-C4C8-BAB0-C51AE88EED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623888" y="298800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  <p:sp>
        <p:nvSpPr>
          <p:cNvPr id="7" name="Box">
            <a:extLst>
              <a:ext uri="{FF2B5EF4-FFF2-40B4-BE49-F238E27FC236}">
                <a16:creationId xmlns:a16="http://schemas.microsoft.com/office/drawing/2014/main" id="{1383CA07-6945-F67C-0640-B79EE219FC09}"/>
              </a:ext>
            </a:extLst>
          </p:cNvPr>
          <p:cNvSpPr/>
          <p:nvPr userDrawn="1"/>
        </p:nvSpPr>
        <p:spPr bwMode="invGray">
          <a:xfrm>
            <a:off x="10580483" y="-1"/>
            <a:ext cx="1276157" cy="964800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8" name="Logo">
            <a:extLst>
              <a:ext uri="{FF2B5EF4-FFF2-40B4-BE49-F238E27FC236}">
                <a16:creationId xmlns:a16="http://schemas.microsoft.com/office/drawing/2014/main" id="{19210578-8885-4C18-A4C5-D3918EDD99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invGray">
          <a:xfrm>
            <a:off x="11060443" y="239793"/>
            <a:ext cx="507653" cy="17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4529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4747" userDrawn="1">
          <p15:clr>
            <a:srgbClr val="5ACBF0"/>
          </p15:clr>
        </p15:guide>
        <p15:guide id="5" orient="horz" pos="1389" userDrawn="1">
          <p15:clr>
            <a:srgbClr val="5ACBF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C45FCD-6CD9-C35E-4E96-71C11BF3EE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3754911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391" userDrawn="1">
          <p15:clr>
            <a:srgbClr val="5ACBF0"/>
          </p15:clr>
        </p15:guide>
        <p15:guide id="5" orient="horz" pos="1117" userDrawn="1">
          <p15:clr>
            <a:srgbClr val="5ACBF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C820F22-AB0B-FCC4-19F4-47AB9C42AB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3613" y="2913719"/>
            <a:ext cx="2880522" cy="1008112"/>
          </a:xfrm>
        </p:spPr>
        <p:txBody>
          <a:bodyPr tIns="0" anchor="ctr"/>
          <a:lstStyle>
            <a:lvl1pPr>
              <a:defRPr/>
            </a:lvl1pPr>
          </a:lstStyle>
          <a:p>
            <a:r>
              <a:rPr lang="en-GB" noProof="0"/>
              <a:t>Thank you</a:t>
            </a: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0" hasCustomPrompt="1"/>
          </p:nvPr>
        </p:nvSpPr>
        <p:spPr bwMode="black">
          <a:xfrm>
            <a:off x="6959599" y="3284984"/>
            <a:ext cx="3457575" cy="2952000"/>
          </a:xfrm>
          <a:prstGeom prst="rect">
            <a:avLst/>
          </a:prstGeom>
        </p:spPr>
        <p:txBody>
          <a:bodyPr anchor="t"/>
          <a:lstStyle>
            <a:lvl1pPr algn="l">
              <a:spcBef>
                <a:spcPts val="200"/>
              </a:spcBef>
              <a:spcAft>
                <a:spcPts val="200"/>
              </a:spcAft>
              <a:defRPr sz="1800" b="0">
                <a:solidFill>
                  <a:schemeClr val="bg2"/>
                </a:solidFill>
                <a:latin typeface="+mj-lt"/>
              </a:defRPr>
            </a:lvl1pPr>
            <a:lvl2pPr marL="0" indent="0" algn="l">
              <a:spcBef>
                <a:spcPts val="200"/>
              </a:spcBef>
              <a:spcAft>
                <a:spcPts val="1200"/>
              </a:spcAft>
              <a:buFont typeface="Arial" panose="020B0604020202020204" pitchFamily="34" charset="0"/>
              <a:buNone/>
              <a:tabLst>
                <a:tab pos="723900" algn="l"/>
              </a:tabLst>
              <a:defRPr sz="1000" b="0">
                <a:latin typeface="+mn-lt"/>
              </a:defRPr>
            </a:lvl2pPr>
            <a:lvl3pPr marL="0" indent="0" algn="l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3pPr>
            <a:lvl4pPr marL="0" indent="0" algn="l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4pPr>
            <a:lvl5pPr marL="0" indent="0" algn="l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5pPr>
            <a:lvl6pPr marL="0" indent="0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6pPr>
            <a:lvl7pPr marL="0" indent="0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7pPr>
            <a:lvl8pPr marL="0" indent="0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8pPr>
            <a:lvl9pPr marL="0" indent="0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9pPr>
          </a:lstStyle>
          <a:p>
            <a:pPr lvl="0"/>
            <a:r>
              <a:rPr lang="en-GB"/>
              <a:t>Name Surname</a:t>
            </a:r>
          </a:p>
          <a:p>
            <a:pPr lvl="1"/>
            <a:r>
              <a:rPr lang="en-GB"/>
              <a:t>Job title</a:t>
            </a:r>
          </a:p>
          <a:p>
            <a:pPr lvl="2"/>
            <a:r>
              <a:rPr lang="en-GB"/>
              <a:t>Contact data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3784D80-5586-6198-7C51-BAE686880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1467" r="83682" b="11572"/>
          <a:stretch/>
        </p:blipFill>
        <p:spPr>
          <a:xfrm rot="10800000">
            <a:off x="1" y="0"/>
            <a:ext cx="2585024" cy="6858000"/>
          </a:xfrm>
          <a:prstGeom prst="rect">
            <a:avLst/>
          </a:prstGeom>
        </p:spPr>
      </p:pic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14649956-A4E1-EFE1-CA84-A162CF80FA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black">
          <a:xfrm>
            <a:off x="6959600" y="620712"/>
            <a:ext cx="3457575" cy="2304000"/>
          </a:xfrm>
          <a:prstGeom prst="rect">
            <a:avLst/>
          </a:prstGeom>
          <a:noFill/>
        </p:spPr>
        <p:txBody>
          <a:bodyPr bIns="864000" anchor="ctr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E7DDDF-C12F-4CD6-ABC5-E6EC2BB8465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B21251-1225-91AC-8267-5F50CE927D8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25EADE93-A9EF-74FA-2C3E-0EAEFCA9C0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88288" y="6525360"/>
            <a:ext cx="23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noFill/>
              </a:defRPr>
            </a:lvl1pPr>
          </a:lstStyle>
          <a:p>
            <a:r>
              <a:rPr lang="de-DE"/>
              <a:t>© 2026 BlackBerry Limited. All rights reserved.</a:t>
            </a:r>
            <a:endParaRPr lang="en-US"/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B4645AC1-0063-A4BD-B5E6-1E7196D7B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invGray">
          <a:xfrm>
            <a:off x="11060443" y="239793"/>
            <a:ext cx="507653" cy="17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8421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6562" userDrawn="1">
          <p15:clr>
            <a:srgbClr val="5ACBF0"/>
          </p15:clr>
        </p15:guide>
        <p15:guide id="4" orient="horz" pos="391" userDrawn="1">
          <p15:clr>
            <a:srgbClr val="5ACBF0"/>
          </p15:clr>
        </p15:guide>
        <p15:guide id="5" pos="4384" userDrawn="1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sv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4.xml"/><Relationship Id="rId18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4.xml"/><Relationship Id="rId21" Type="http://schemas.openxmlformats.org/officeDocument/2006/relationships/slideLayout" Target="../slideLayouts/slideLayout42.xml"/><Relationship Id="rId7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37.xml"/><Relationship Id="rId20" Type="http://schemas.openxmlformats.org/officeDocument/2006/relationships/slideLayout" Target="../slideLayouts/slideLayout41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36.xml"/><Relationship Id="rId23" Type="http://schemas.openxmlformats.org/officeDocument/2006/relationships/image" Target="../media/image11.svg"/><Relationship Id="rId10" Type="http://schemas.openxmlformats.org/officeDocument/2006/relationships/slideLayout" Target="../slideLayouts/slideLayout31.xml"/><Relationship Id="rId19" Type="http://schemas.openxmlformats.org/officeDocument/2006/relationships/slideLayout" Target="../slideLayouts/slideLayout40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35.xml"/><Relationship Id="rId2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pieren 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gray">
          <a:xfrm>
            <a:off x="-168688" y="620688"/>
            <a:ext cx="72000" cy="5616624"/>
            <a:chOff x="-456728" y="620688"/>
            <a:chExt cx="216000" cy="5616624"/>
          </a:xfrm>
        </p:grpSpPr>
        <p:cxnSp>
          <p:nvCxnSpPr>
            <p:cNvPr id="23" name="Gerader Verbinder 22"/>
            <p:cNvCxnSpPr/>
            <p:nvPr userDrawn="1"/>
          </p:nvCxnSpPr>
          <p:spPr bwMode="gray">
            <a:xfrm>
              <a:off x="-456728" y="620688"/>
              <a:ext cx="216000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r Verbinder 23"/>
            <p:cNvCxnSpPr/>
            <p:nvPr userDrawn="1"/>
          </p:nvCxnSpPr>
          <p:spPr bwMode="gray">
            <a:xfrm>
              <a:off x="-456728" y="6237312"/>
              <a:ext cx="216000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A80C130E-FFAB-1C25-18E3-9DA5F46EA753}"/>
                </a:ext>
              </a:extLst>
            </p:cNvPr>
            <p:cNvCxnSpPr/>
            <p:nvPr userDrawn="1"/>
          </p:nvCxnSpPr>
          <p:spPr bwMode="gray">
            <a:xfrm>
              <a:off x="-456728" y="1772816"/>
              <a:ext cx="216000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Fußzeilenplatzhalt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623872" y="6525360"/>
            <a:ext cx="5184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>
                <a:solidFill>
                  <a:srgbClr val="8F8F8B"/>
                </a:solidFill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gray">
          <a:xfrm>
            <a:off x="11208112" y="6525360"/>
            <a:ext cx="360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rgbClr val="8F8F8B"/>
                </a:solidFill>
                <a:latin typeface="+mj-lt"/>
              </a:defRPr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 bwMode="gray">
          <a:xfrm>
            <a:off x="623888" y="620687"/>
            <a:ext cx="10944224" cy="504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/>
              <a:t>Master title format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gray">
          <a:xfrm>
            <a:off x="623888" y="1773239"/>
            <a:ext cx="10944225" cy="44640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0C9C158-0880-C88E-392B-303801BF3B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23888" y="-279400"/>
            <a:ext cx="10946176" cy="108000"/>
            <a:chOff x="623888" y="-279400"/>
            <a:chExt cx="10946176" cy="108000"/>
          </a:xfrm>
        </p:grpSpPr>
        <p:cxnSp>
          <p:nvCxnSpPr>
            <p:cNvPr id="52" name="Gerader Verbinder 51">
              <a:extLst>
                <a:ext uri="{FF2B5EF4-FFF2-40B4-BE49-F238E27FC236}">
                  <a16:creationId xmlns:a16="http://schemas.microsoft.com/office/drawing/2014/main" id="{FB3F183F-4A20-C039-6CFB-C8BE6BB2E79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623888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Gerader Verbinder 12">
              <a:extLst>
                <a:ext uri="{FF2B5EF4-FFF2-40B4-BE49-F238E27FC236}">
                  <a16:creationId xmlns:a16="http://schemas.microsoft.com/office/drawing/2014/main" id="{7D3B68E6-D823-99B9-04BD-0843824B55E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199888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Gerader Verbinder 12">
              <a:extLst>
                <a:ext uri="{FF2B5EF4-FFF2-40B4-BE49-F238E27FC236}">
                  <a16:creationId xmlns:a16="http://schemas.microsoft.com/office/drawing/2014/main" id="{21B6146C-08F9-BFA6-0BD6-E6EEFDCAA66D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775888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Gerader Verbinder 12">
              <a:extLst>
                <a:ext uri="{FF2B5EF4-FFF2-40B4-BE49-F238E27FC236}">
                  <a16:creationId xmlns:a16="http://schemas.microsoft.com/office/drawing/2014/main" id="{783FDB41-EBA0-848F-CA4B-559246DCCB5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2352016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Gerader Verbinder 12">
              <a:extLst>
                <a:ext uri="{FF2B5EF4-FFF2-40B4-BE49-F238E27FC236}">
                  <a16:creationId xmlns:a16="http://schemas.microsoft.com/office/drawing/2014/main" id="{9106D7B1-DB33-3E76-F86D-AB80351B250F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2928144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Gerader Verbinder 12">
              <a:extLst>
                <a:ext uri="{FF2B5EF4-FFF2-40B4-BE49-F238E27FC236}">
                  <a16:creationId xmlns:a16="http://schemas.microsoft.com/office/drawing/2014/main" id="{F60363AD-3A82-21AD-833C-E52EF282BC41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3504272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Gerader Verbinder 12">
              <a:extLst>
                <a:ext uri="{FF2B5EF4-FFF2-40B4-BE49-F238E27FC236}">
                  <a16:creationId xmlns:a16="http://schemas.microsoft.com/office/drawing/2014/main" id="{13680DF0-FAFE-2093-28E7-AD4E8F55B6EB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4080400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Gerader Verbinder 12">
              <a:extLst>
                <a:ext uri="{FF2B5EF4-FFF2-40B4-BE49-F238E27FC236}">
                  <a16:creationId xmlns:a16="http://schemas.microsoft.com/office/drawing/2014/main" id="{D2B39669-1DB7-FB69-8718-9ADC51CC91FA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4656528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Gerader Verbinder 12">
              <a:extLst>
                <a:ext uri="{FF2B5EF4-FFF2-40B4-BE49-F238E27FC236}">
                  <a16:creationId xmlns:a16="http://schemas.microsoft.com/office/drawing/2014/main" id="{F5649386-2689-8590-7E18-09063377FA9B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5232656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Gerader Verbinder 12">
              <a:extLst>
                <a:ext uri="{FF2B5EF4-FFF2-40B4-BE49-F238E27FC236}">
                  <a16:creationId xmlns:a16="http://schemas.microsoft.com/office/drawing/2014/main" id="{9426BA6C-1DAA-DD25-1C50-4D2B214B064E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5808784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Gerader Verbinder 12">
              <a:extLst>
                <a:ext uri="{FF2B5EF4-FFF2-40B4-BE49-F238E27FC236}">
                  <a16:creationId xmlns:a16="http://schemas.microsoft.com/office/drawing/2014/main" id="{271183F4-1370-4769-AD4A-67AB7669FC4A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6384912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Gerader Verbinder 12">
              <a:extLst>
                <a:ext uri="{FF2B5EF4-FFF2-40B4-BE49-F238E27FC236}">
                  <a16:creationId xmlns:a16="http://schemas.microsoft.com/office/drawing/2014/main" id="{C008B0B3-1207-E40A-542B-B9B9DFBC78CF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6961040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Gerader Verbinder 12">
              <a:extLst>
                <a:ext uri="{FF2B5EF4-FFF2-40B4-BE49-F238E27FC236}">
                  <a16:creationId xmlns:a16="http://schemas.microsoft.com/office/drawing/2014/main" id="{A505D355-BA84-FEA9-8B2D-4A52E4E75B4E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7537168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Gerader Verbinder 12">
              <a:extLst>
                <a:ext uri="{FF2B5EF4-FFF2-40B4-BE49-F238E27FC236}">
                  <a16:creationId xmlns:a16="http://schemas.microsoft.com/office/drawing/2014/main" id="{C0167BC6-BF16-9AC7-7AB4-9D5DE127D4B5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8113296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Gerader Verbinder 12">
              <a:extLst>
                <a:ext uri="{FF2B5EF4-FFF2-40B4-BE49-F238E27FC236}">
                  <a16:creationId xmlns:a16="http://schemas.microsoft.com/office/drawing/2014/main" id="{19241246-778C-7089-4EF1-64E728B2E25F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8689424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Gerader Verbinder 12">
              <a:extLst>
                <a:ext uri="{FF2B5EF4-FFF2-40B4-BE49-F238E27FC236}">
                  <a16:creationId xmlns:a16="http://schemas.microsoft.com/office/drawing/2014/main" id="{A090D565-38F2-39B7-2B28-735F75E2230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9265552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Gerader Verbinder 12">
              <a:extLst>
                <a:ext uri="{FF2B5EF4-FFF2-40B4-BE49-F238E27FC236}">
                  <a16:creationId xmlns:a16="http://schemas.microsoft.com/office/drawing/2014/main" id="{98D7EFC9-C38C-3024-FDF1-90F4FB8C9245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9841680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Gerader Verbinder 12">
              <a:extLst>
                <a:ext uri="{FF2B5EF4-FFF2-40B4-BE49-F238E27FC236}">
                  <a16:creationId xmlns:a16="http://schemas.microsoft.com/office/drawing/2014/main" id="{E89575A4-E067-8D9D-C4DD-13F84892247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0417808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Gerader Verbinder 12">
              <a:extLst>
                <a:ext uri="{FF2B5EF4-FFF2-40B4-BE49-F238E27FC236}">
                  <a16:creationId xmlns:a16="http://schemas.microsoft.com/office/drawing/2014/main" id="{9A690B72-D042-5FB5-9512-D39A15A35AC8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0993936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Gerader Verbinder 12">
              <a:extLst>
                <a:ext uri="{FF2B5EF4-FFF2-40B4-BE49-F238E27FC236}">
                  <a16:creationId xmlns:a16="http://schemas.microsoft.com/office/drawing/2014/main" id="{8C780BB7-0447-94C0-2DB4-1D1542BE7199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1570064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D118D6E-C050-4018-B59E-4C9A1A9EEB9E}"/>
                </a:ext>
              </a:extLst>
            </p:cNvPr>
            <p:cNvCxnSpPr/>
            <p:nvPr userDrawn="1"/>
          </p:nvCxnSpPr>
          <p:spPr bwMode="gray">
            <a:xfrm>
              <a:off x="623888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D4DA8B5-5EED-4441-E2FB-16E4777E3D14}"/>
                </a:ext>
              </a:extLst>
            </p:cNvPr>
            <p:cNvCxnSpPr/>
            <p:nvPr userDrawn="1"/>
          </p:nvCxnSpPr>
          <p:spPr bwMode="gray">
            <a:xfrm>
              <a:off x="1775888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7FA00BD-385B-2681-21A7-C6EE95FCAF0E}"/>
                </a:ext>
              </a:extLst>
            </p:cNvPr>
            <p:cNvCxnSpPr/>
            <p:nvPr userDrawn="1"/>
          </p:nvCxnSpPr>
          <p:spPr bwMode="gray">
            <a:xfrm>
              <a:off x="2928144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BBB6208-E614-A138-0616-30E074C37515}"/>
                </a:ext>
              </a:extLst>
            </p:cNvPr>
            <p:cNvCxnSpPr/>
            <p:nvPr userDrawn="1"/>
          </p:nvCxnSpPr>
          <p:spPr bwMode="gray">
            <a:xfrm>
              <a:off x="4080400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08834F7-76D4-750A-3CA2-EFA46107D343}"/>
                </a:ext>
              </a:extLst>
            </p:cNvPr>
            <p:cNvCxnSpPr/>
            <p:nvPr userDrawn="1"/>
          </p:nvCxnSpPr>
          <p:spPr bwMode="gray">
            <a:xfrm>
              <a:off x="5232656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BA74E96-CB47-B6B0-B61F-39F69B54942B}"/>
                </a:ext>
              </a:extLst>
            </p:cNvPr>
            <p:cNvCxnSpPr/>
            <p:nvPr userDrawn="1"/>
          </p:nvCxnSpPr>
          <p:spPr bwMode="gray">
            <a:xfrm>
              <a:off x="6384912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6B7129F-24F4-5E06-E53E-6AFE0F8347A5}"/>
                </a:ext>
              </a:extLst>
            </p:cNvPr>
            <p:cNvCxnSpPr/>
            <p:nvPr userDrawn="1"/>
          </p:nvCxnSpPr>
          <p:spPr bwMode="gray">
            <a:xfrm>
              <a:off x="7537168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77A5D3E-CA5C-B513-51E8-933FDFFEECB2}"/>
                </a:ext>
              </a:extLst>
            </p:cNvPr>
            <p:cNvCxnSpPr/>
            <p:nvPr userDrawn="1"/>
          </p:nvCxnSpPr>
          <p:spPr bwMode="gray">
            <a:xfrm>
              <a:off x="8689424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1B2A69B-253D-1536-1F92-D4C6833FDCE2}"/>
                </a:ext>
              </a:extLst>
            </p:cNvPr>
            <p:cNvCxnSpPr/>
            <p:nvPr userDrawn="1"/>
          </p:nvCxnSpPr>
          <p:spPr bwMode="gray">
            <a:xfrm>
              <a:off x="9841680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5DD3B66-EB3B-2C1E-08A1-000B49FD1F34}"/>
                </a:ext>
              </a:extLst>
            </p:cNvPr>
            <p:cNvCxnSpPr/>
            <p:nvPr userDrawn="1"/>
          </p:nvCxnSpPr>
          <p:spPr bwMode="gray">
            <a:xfrm>
              <a:off x="10993936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3783742F-459B-4ECC-9A88-26A1379C4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 bwMode="gray">
          <a:xfrm>
            <a:off x="8689424" y="6525360"/>
            <a:ext cx="2302928" cy="14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GB" sz="700">
                <a:solidFill>
                  <a:srgbClr val="8F8F8B"/>
                </a:solidFill>
                <a:latin typeface="Onest" pitchFamily="2" charset="0"/>
              </a:rPr>
              <a:t>© </a:t>
            </a:r>
            <a:fld id="{F840E9BB-576D-451A-8E58-7560756B2087}" type="datetimeyyyy">
              <a:rPr lang="en-GB" sz="700" smtClean="0">
                <a:solidFill>
                  <a:srgbClr val="8F8F8B"/>
                </a:solidFill>
                <a:latin typeface="Onest" pitchFamily="2" charset="0"/>
              </a:rPr>
              <a:t>2026</a:t>
            </a:fld>
            <a:r>
              <a:rPr lang="en-GB" sz="700">
                <a:solidFill>
                  <a:srgbClr val="8F8F8B"/>
                </a:solidFill>
                <a:latin typeface="Onest" pitchFamily="2" charset="0"/>
              </a:rPr>
              <a:t> </a:t>
            </a:r>
            <a:r>
              <a:rPr lang="en-US" sz="700">
                <a:solidFill>
                  <a:srgbClr val="8F8F8B"/>
                </a:solidFill>
                <a:latin typeface="Onest" pitchFamily="2" charset="0"/>
              </a:rPr>
              <a:t>BlackBerry Limited. All rights reserved.</a:t>
            </a:r>
            <a:endParaRPr lang="en-GB" sz="700">
              <a:solidFill>
                <a:srgbClr val="8F8F8B"/>
              </a:solidFill>
              <a:latin typeface="Onest" pitchFamily="2" charset="0"/>
            </a:endParaRP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E61BDE8A-2C7E-A236-1375-FE495BB9FC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 bwMode="gray">
          <a:xfrm>
            <a:off x="11060443" y="239793"/>
            <a:ext cx="507653" cy="17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61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96" r:id="rId2"/>
    <p:sldLayoutId id="2147483698" r:id="rId3"/>
    <p:sldLayoutId id="2147483673" r:id="rId4"/>
    <p:sldLayoutId id="2147483668" r:id="rId5"/>
    <p:sldLayoutId id="2147483701" r:id="rId6"/>
    <p:sldLayoutId id="2147483661" r:id="rId7"/>
    <p:sldLayoutId id="2147483651" r:id="rId8"/>
    <p:sldLayoutId id="2147483670" r:id="rId9"/>
    <p:sldLayoutId id="2147483650" r:id="rId10"/>
    <p:sldLayoutId id="2147483663" r:id="rId11"/>
    <p:sldLayoutId id="2147483652" r:id="rId12"/>
    <p:sldLayoutId id="2147483659" r:id="rId13"/>
    <p:sldLayoutId id="2147483664" r:id="rId14"/>
    <p:sldLayoutId id="2147483656" r:id="rId15"/>
    <p:sldLayoutId id="2147483671" r:id="rId16"/>
    <p:sldLayoutId id="2147483657" r:id="rId17"/>
    <p:sldLayoutId id="2147483658" r:id="rId18"/>
    <p:sldLayoutId id="2147483672" r:id="rId19"/>
    <p:sldLayoutId id="2147483654" r:id="rId20"/>
    <p:sldLayoutId id="2147483662" r:id="rId21"/>
  </p:sldLayoutIdLst>
  <p:hf sldNum="0"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0" kern="1200">
          <a:solidFill>
            <a:schemeClr val="bg2"/>
          </a:solidFill>
          <a:latin typeface="Onest Medium" pitchFamily="2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0000"/>
        </a:lnSpc>
        <a:spcBef>
          <a:spcPts val="1500"/>
        </a:spcBef>
        <a:spcAft>
          <a:spcPts val="2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j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Clr>
          <a:schemeClr val="bg2"/>
        </a:buClr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Onest" pitchFamily="2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Symbol" panose="05050102010706020507" pitchFamily="18" charset="2"/>
        <a:buNone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20000"/>
        </a:lnSpc>
        <a:spcBef>
          <a:spcPts val="1200"/>
        </a:spcBef>
        <a:spcAft>
          <a:spcPts val="200"/>
        </a:spcAft>
        <a:buClr>
          <a:schemeClr val="bg2"/>
        </a:buClr>
        <a:buFont typeface="Wingdings" panose="05000000000000000000" pitchFamily="2" charset="2"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7pPr>
      <a:lvl8pPr marL="108000" indent="-108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Clr>
          <a:schemeClr val="bg2"/>
        </a:buClr>
        <a:buFont typeface="Wingdings" panose="05000000000000000000" pitchFamily="2" charset="2"/>
        <a:buChar char="§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16000" indent="-108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Onest" pitchFamily="2" charset="0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indent="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0000"/>
        </a:lnSpc>
        <a:spcBef>
          <a:spcPts val="1500"/>
        </a:spcBef>
        <a:spcAft>
          <a:spcPts val="2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j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Clr>
          <a:schemeClr val="bg2"/>
        </a:buClr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Onest" pitchFamily="2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Symbol" panose="05050102010706020507" pitchFamily="18" charset="2"/>
        <a:buNone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20000"/>
        </a:lnSpc>
        <a:spcBef>
          <a:spcPts val="1200"/>
        </a:spcBef>
        <a:spcAft>
          <a:spcPts val="200"/>
        </a:spcAft>
        <a:buClr>
          <a:schemeClr val="bg2"/>
        </a:buClr>
        <a:buFont typeface="Wingdings" panose="05000000000000000000" pitchFamily="2" charset="2"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7pPr>
      <a:lvl8pPr marL="108000" indent="-108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Clr>
          <a:schemeClr val="bg2"/>
        </a:buClr>
        <a:buFont typeface="Wingdings" panose="05000000000000000000" pitchFamily="2" charset="2"/>
        <a:buChar char="§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16000" indent="-108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Onest" pitchFamily="2" charset="0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pieren 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gray">
          <a:xfrm>
            <a:off x="-168688" y="620688"/>
            <a:ext cx="72000" cy="5616624"/>
            <a:chOff x="-456728" y="620688"/>
            <a:chExt cx="216000" cy="5616624"/>
          </a:xfrm>
        </p:grpSpPr>
        <p:cxnSp>
          <p:nvCxnSpPr>
            <p:cNvPr id="23" name="Gerader Verbinder 22"/>
            <p:cNvCxnSpPr/>
            <p:nvPr userDrawn="1"/>
          </p:nvCxnSpPr>
          <p:spPr bwMode="gray">
            <a:xfrm>
              <a:off x="-456728" y="620688"/>
              <a:ext cx="216000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r Verbinder 23"/>
            <p:cNvCxnSpPr/>
            <p:nvPr userDrawn="1"/>
          </p:nvCxnSpPr>
          <p:spPr bwMode="gray">
            <a:xfrm>
              <a:off x="-456728" y="6237312"/>
              <a:ext cx="216000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A80C130E-FFAB-1C25-18E3-9DA5F46EA753}"/>
                </a:ext>
              </a:extLst>
            </p:cNvPr>
            <p:cNvCxnSpPr/>
            <p:nvPr userDrawn="1"/>
          </p:nvCxnSpPr>
          <p:spPr bwMode="gray">
            <a:xfrm>
              <a:off x="-456728" y="1772816"/>
              <a:ext cx="216000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Fußzeilenplatzhalt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623872" y="6525360"/>
            <a:ext cx="5184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>
                <a:solidFill>
                  <a:srgbClr val="8F8F8B"/>
                </a:solidFill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gray">
          <a:xfrm>
            <a:off x="11208112" y="6525360"/>
            <a:ext cx="360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rgbClr val="8F8F8B"/>
                </a:solidFill>
                <a:latin typeface="+mj-lt"/>
              </a:defRPr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 bwMode="gray">
          <a:xfrm>
            <a:off x="623888" y="620687"/>
            <a:ext cx="10944224" cy="504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/>
              <a:t>Master title format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black">
          <a:xfrm>
            <a:off x="623888" y="1773239"/>
            <a:ext cx="10944225" cy="44640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0C9C158-0880-C88E-392B-303801BF3B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23888" y="-279400"/>
            <a:ext cx="10946176" cy="108000"/>
            <a:chOff x="623888" y="-279400"/>
            <a:chExt cx="10946176" cy="108000"/>
          </a:xfrm>
        </p:grpSpPr>
        <p:cxnSp>
          <p:nvCxnSpPr>
            <p:cNvPr id="52" name="Gerader Verbinder 51">
              <a:extLst>
                <a:ext uri="{FF2B5EF4-FFF2-40B4-BE49-F238E27FC236}">
                  <a16:creationId xmlns:a16="http://schemas.microsoft.com/office/drawing/2014/main" id="{FB3F183F-4A20-C039-6CFB-C8BE6BB2E79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623888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Gerader Verbinder 12">
              <a:extLst>
                <a:ext uri="{FF2B5EF4-FFF2-40B4-BE49-F238E27FC236}">
                  <a16:creationId xmlns:a16="http://schemas.microsoft.com/office/drawing/2014/main" id="{7D3B68E6-D823-99B9-04BD-0843824B55E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199888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Gerader Verbinder 12">
              <a:extLst>
                <a:ext uri="{FF2B5EF4-FFF2-40B4-BE49-F238E27FC236}">
                  <a16:creationId xmlns:a16="http://schemas.microsoft.com/office/drawing/2014/main" id="{21B6146C-08F9-BFA6-0BD6-E6EEFDCAA66D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775888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Gerader Verbinder 12">
              <a:extLst>
                <a:ext uri="{FF2B5EF4-FFF2-40B4-BE49-F238E27FC236}">
                  <a16:creationId xmlns:a16="http://schemas.microsoft.com/office/drawing/2014/main" id="{783FDB41-EBA0-848F-CA4B-559246DCCB5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2352016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Gerader Verbinder 12">
              <a:extLst>
                <a:ext uri="{FF2B5EF4-FFF2-40B4-BE49-F238E27FC236}">
                  <a16:creationId xmlns:a16="http://schemas.microsoft.com/office/drawing/2014/main" id="{9106D7B1-DB33-3E76-F86D-AB80351B250F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2928144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Gerader Verbinder 12">
              <a:extLst>
                <a:ext uri="{FF2B5EF4-FFF2-40B4-BE49-F238E27FC236}">
                  <a16:creationId xmlns:a16="http://schemas.microsoft.com/office/drawing/2014/main" id="{F60363AD-3A82-21AD-833C-E52EF282BC41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3504272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Gerader Verbinder 12">
              <a:extLst>
                <a:ext uri="{FF2B5EF4-FFF2-40B4-BE49-F238E27FC236}">
                  <a16:creationId xmlns:a16="http://schemas.microsoft.com/office/drawing/2014/main" id="{13680DF0-FAFE-2093-28E7-AD4E8F55B6EB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4080400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Gerader Verbinder 12">
              <a:extLst>
                <a:ext uri="{FF2B5EF4-FFF2-40B4-BE49-F238E27FC236}">
                  <a16:creationId xmlns:a16="http://schemas.microsoft.com/office/drawing/2014/main" id="{D2B39669-1DB7-FB69-8718-9ADC51CC91FA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4656528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Gerader Verbinder 12">
              <a:extLst>
                <a:ext uri="{FF2B5EF4-FFF2-40B4-BE49-F238E27FC236}">
                  <a16:creationId xmlns:a16="http://schemas.microsoft.com/office/drawing/2014/main" id="{F5649386-2689-8590-7E18-09063377FA9B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5232656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Gerader Verbinder 12">
              <a:extLst>
                <a:ext uri="{FF2B5EF4-FFF2-40B4-BE49-F238E27FC236}">
                  <a16:creationId xmlns:a16="http://schemas.microsoft.com/office/drawing/2014/main" id="{9426BA6C-1DAA-DD25-1C50-4D2B214B064E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5808784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Gerader Verbinder 12">
              <a:extLst>
                <a:ext uri="{FF2B5EF4-FFF2-40B4-BE49-F238E27FC236}">
                  <a16:creationId xmlns:a16="http://schemas.microsoft.com/office/drawing/2014/main" id="{271183F4-1370-4769-AD4A-67AB7669FC4A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6384912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Gerader Verbinder 12">
              <a:extLst>
                <a:ext uri="{FF2B5EF4-FFF2-40B4-BE49-F238E27FC236}">
                  <a16:creationId xmlns:a16="http://schemas.microsoft.com/office/drawing/2014/main" id="{C008B0B3-1207-E40A-542B-B9B9DFBC78CF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6961040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Gerader Verbinder 12">
              <a:extLst>
                <a:ext uri="{FF2B5EF4-FFF2-40B4-BE49-F238E27FC236}">
                  <a16:creationId xmlns:a16="http://schemas.microsoft.com/office/drawing/2014/main" id="{A505D355-BA84-FEA9-8B2D-4A52E4E75B4E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7537168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Gerader Verbinder 12">
              <a:extLst>
                <a:ext uri="{FF2B5EF4-FFF2-40B4-BE49-F238E27FC236}">
                  <a16:creationId xmlns:a16="http://schemas.microsoft.com/office/drawing/2014/main" id="{C0167BC6-BF16-9AC7-7AB4-9D5DE127D4B5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8113296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Gerader Verbinder 12">
              <a:extLst>
                <a:ext uri="{FF2B5EF4-FFF2-40B4-BE49-F238E27FC236}">
                  <a16:creationId xmlns:a16="http://schemas.microsoft.com/office/drawing/2014/main" id="{19241246-778C-7089-4EF1-64E728B2E25F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8689424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Gerader Verbinder 12">
              <a:extLst>
                <a:ext uri="{FF2B5EF4-FFF2-40B4-BE49-F238E27FC236}">
                  <a16:creationId xmlns:a16="http://schemas.microsoft.com/office/drawing/2014/main" id="{A090D565-38F2-39B7-2B28-735F75E2230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9265552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Gerader Verbinder 12">
              <a:extLst>
                <a:ext uri="{FF2B5EF4-FFF2-40B4-BE49-F238E27FC236}">
                  <a16:creationId xmlns:a16="http://schemas.microsoft.com/office/drawing/2014/main" id="{98D7EFC9-C38C-3024-FDF1-90F4FB8C9245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9841680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Gerader Verbinder 12">
              <a:extLst>
                <a:ext uri="{FF2B5EF4-FFF2-40B4-BE49-F238E27FC236}">
                  <a16:creationId xmlns:a16="http://schemas.microsoft.com/office/drawing/2014/main" id="{E89575A4-E067-8D9D-C4DD-13F84892247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0417808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Gerader Verbinder 12">
              <a:extLst>
                <a:ext uri="{FF2B5EF4-FFF2-40B4-BE49-F238E27FC236}">
                  <a16:creationId xmlns:a16="http://schemas.microsoft.com/office/drawing/2014/main" id="{9A690B72-D042-5FB5-9512-D39A15A35AC8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0993936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Gerader Verbinder 12">
              <a:extLst>
                <a:ext uri="{FF2B5EF4-FFF2-40B4-BE49-F238E27FC236}">
                  <a16:creationId xmlns:a16="http://schemas.microsoft.com/office/drawing/2014/main" id="{8C780BB7-0447-94C0-2DB4-1D1542BE7199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1570064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D118D6E-C050-4018-B59E-4C9A1A9EEB9E}"/>
                </a:ext>
              </a:extLst>
            </p:cNvPr>
            <p:cNvCxnSpPr/>
            <p:nvPr userDrawn="1"/>
          </p:nvCxnSpPr>
          <p:spPr bwMode="gray">
            <a:xfrm>
              <a:off x="623888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D4DA8B5-5EED-4441-E2FB-16E4777E3D14}"/>
                </a:ext>
              </a:extLst>
            </p:cNvPr>
            <p:cNvCxnSpPr/>
            <p:nvPr userDrawn="1"/>
          </p:nvCxnSpPr>
          <p:spPr bwMode="gray">
            <a:xfrm>
              <a:off x="1775888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7FA00BD-385B-2681-21A7-C6EE95FCAF0E}"/>
                </a:ext>
              </a:extLst>
            </p:cNvPr>
            <p:cNvCxnSpPr/>
            <p:nvPr userDrawn="1"/>
          </p:nvCxnSpPr>
          <p:spPr bwMode="gray">
            <a:xfrm>
              <a:off x="2928144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BBB6208-E614-A138-0616-30E074C37515}"/>
                </a:ext>
              </a:extLst>
            </p:cNvPr>
            <p:cNvCxnSpPr/>
            <p:nvPr userDrawn="1"/>
          </p:nvCxnSpPr>
          <p:spPr bwMode="gray">
            <a:xfrm>
              <a:off x="4080400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08834F7-76D4-750A-3CA2-EFA46107D343}"/>
                </a:ext>
              </a:extLst>
            </p:cNvPr>
            <p:cNvCxnSpPr/>
            <p:nvPr userDrawn="1"/>
          </p:nvCxnSpPr>
          <p:spPr bwMode="gray">
            <a:xfrm>
              <a:off x="5232656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BA74E96-CB47-B6B0-B61F-39F69B54942B}"/>
                </a:ext>
              </a:extLst>
            </p:cNvPr>
            <p:cNvCxnSpPr/>
            <p:nvPr userDrawn="1"/>
          </p:nvCxnSpPr>
          <p:spPr bwMode="gray">
            <a:xfrm>
              <a:off x="6384912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6B7129F-24F4-5E06-E53E-6AFE0F8347A5}"/>
                </a:ext>
              </a:extLst>
            </p:cNvPr>
            <p:cNvCxnSpPr/>
            <p:nvPr userDrawn="1"/>
          </p:nvCxnSpPr>
          <p:spPr bwMode="gray">
            <a:xfrm>
              <a:off x="7537168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77A5D3E-CA5C-B513-51E8-933FDFFEECB2}"/>
                </a:ext>
              </a:extLst>
            </p:cNvPr>
            <p:cNvCxnSpPr/>
            <p:nvPr userDrawn="1"/>
          </p:nvCxnSpPr>
          <p:spPr bwMode="gray">
            <a:xfrm>
              <a:off x="8689424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1B2A69B-253D-1536-1F92-D4C6833FDCE2}"/>
                </a:ext>
              </a:extLst>
            </p:cNvPr>
            <p:cNvCxnSpPr/>
            <p:nvPr userDrawn="1"/>
          </p:nvCxnSpPr>
          <p:spPr bwMode="gray">
            <a:xfrm>
              <a:off x="9841680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5DD3B66-EB3B-2C1E-08A1-000B49FD1F34}"/>
                </a:ext>
              </a:extLst>
            </p:cNvPr>
            <p:cNvCxnSpPr/>
            <p:nvPr userDrawn="1"/>
          </p:nvCxnSpPr>
          <p:spPr bwMode="gray">
            <a:xfrm>
              <a:off x="10993936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3783742F-459B-4ECC-9A88-26A1379C4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 bwMode="gray">
          <a:xfrm>
            <a:off x="8689424" y="6525360"/>
            <a:ext cx="2302928" cy="14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GB" sz="700">
                <a:solidFill>
                  <a:srgbClr val="8F8F8B"/>
                </a:solidFill>
                <a:latin typeface="Onest" pitchFamily="2" charset="0"/>
              </a:rPr>
              <a:t>© </a:t>
            </a:r>
            <a:fld id="{F840E9BB-576D-451A-8E58-7560756B2087}" type="datetimeyyyy">
              <a:rPr lang="en-GB" sz="700" smtClean="0">
                <a:solidFill>
                  <a:srgbClr val="8F8F8B"/>
                </a:solidFill>
                <a:latin typeface="Onest" pitchFamily="2" charset="0"/>
              </a:rPr>
              <a:t>2026</a:t>
            </a:fld>
            <a:r>
              <a:rPr lang="en-GB" sz="700">
                <a:solidFill>
                  <a:srgbClr val="8F8F8B"/>
                </a:solidFill>
                <a:latin typeface="Onest" pitchFamily="2" charset="0"/>
              </a:rPr>
              <a:t> </a:t>
            </a:r>
            <a:r>
              <a:rPr lang="en-US" sz="700">
                <a:solidFill>
                  <a:srgbClr val="8F8F8B"/>
                </a:solidFill>
                <a:latin typeface="Onest" pitchFamily="2" charset="0"/>
              </a:rPr>
              <a:t>BlackBerry Limited. All rights reserved.</a:t>
            </a:r>
            <a:endParaRPr lang="en-GB" sz="700">
              <a:solidFill>
                <a:srgbClr val="8F8F8B"/>
              </a:solidFill>
              <a:latin typeface="Onest" pitchFamily="2" charset="0"/>
            </a:endParaRP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7FE5AECB-59B3-7CC7-86CF-79C41D76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 bwMode="invGray">
          <a:xfrm>
            <a:off x="11060443" y="239793"/>
            <a:ext cx="507653" cy="17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037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97" r:id="rId2"/>
    <p:sldLayoutId id="2147483699" r:id="rId3"/>
    <p:sldLayoutId id="2147483695" r:id="rId4"/>
    <p:sldLayoutId id="2147483679" r:id="rId5"/>
    <p:sldLayoutId id="2147483700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91" r:id="rId18"/>
    <p:sldLayoutId id="2147483692" r:id="rId19"/>
    <p:sldLayoutId id="2147483693" r:id="rId20"/>
    <p:sldLayoutId id="2147483694" r:id="rId21"/>
  </p:sldLayoutIdLst>
  <p:hf sldNum="0"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0" kern="1200">
          <a:solidFill>
            <a:schemeClr val="bg2"/>
          </a:solidFill>
          <a:latin typeface="Onest Medium" pitchFamily="2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0000"/>
        </a:lnSpc>
        <a:spcBef>
          <a:spcPts val="1500"/>
        </a:spcBef>
        <a:spcAft>
          <a:spcPts val="2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j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Clr>
          <a:schemeClr val="bg2"/>
        </a:buClr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Onest" pitchFamily="2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Symbol" panose="05050102010706020507" pitchFamily="18" charset="2"/>
        <a:buNone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20000"/>
        </a:lnSpc>
        <a:spcBef>
          <a:spcPts val="1200"/>
        </a:spcBef>
        <a:spcAft>
          <a:spcPts val="200"/>
        </a:spcAft>
        <a:buClr>
          <a:schemeClr val="bg2"/>
        </a:buClr>
        <a:buFont typeface="Wingdings" panose="05000000000000000000" pitchFamily="2" charset="2"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7pPr>
      <a:lvl8pPr marL="108000" indent="-108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Clr>
          <a:schemeClr val="bg2"/>
        </a:buClr>
        <a:buFont typeface="Wingdings" panose="05000000000000000000" pitchFamily="2" charset="2"/>
        <a:buChar char="§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16000" indent="-108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Onest" pitchFamily="2" charset="0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6FE41-95C8-9393-215B-62CED7575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0D8043A1-310A-B52C-CD92-D9214849F47F}"/>
              </a:ext>
            </a:extLst>
          </p:cNvPr>
          <p:cNvSpPr/>
          <p:nvPr/>
        </p:nvSpPr>
        <p:spPr bwMode="gray">
          <a:xfrm>
            <a:off x="0" y="1809995"/>
            <a:ext cx="12192000" cy="418011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err="1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10DD886-F601-E5AB-B640-67558F808B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09996"/>
            <a:ext cx="12192000" cy="4180114"/>
          </a:xfrm>
          <a:prstGeom prst="rect">
            <a:avLst/>
          </a:prstGeom>
          <a:noFill/>
          <a:ln>
            <a:solidFill>
              <a:schemeClr val="tx1">
                <a:lumMod val="25000"/>
                <a:lumOff val="75000"/>
              </a:schemeClr>
            </a:solidFill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D897E70-238A-7AA1-08EB-7B0565F45D6F}"/>
              </a:ext>
            </a:extLst>
          </p:cNvPr>
          <p:cNvSpPr/>
          <p:nvPr/>
        </p:nvSpPr>
        <p:spPr bwMode="gray">
          <a:xfrm>
            <a:off x="6236207" y="2004289"/>
            <a:ext cx="5881901" cy="374996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err="1">
              <a:solidFill>
                <a:schemeClr val="tx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7DA226C-3081-BABB-ACE7-6B5B5BC780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604" y="144297"/>
            <a:ext cx="1962424" cy="100979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E57C31F-DE7B-C14D-E209-79C203CA9A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5241" y="283687"/>
            <a:ext cx="1586287" cy="74930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A1F73912-A256-34F3-2422-74176D921AD3}"/>
              </a:ext>
            </a:extLst>
          </p:cNvPr>
          <p:cNvSpPr txBox="1"/>
          <p:nvPr/>
        </p:nvSpPr>
        <p:spPr bwMode="gray">
          <a:xfrm>
            <a:off x="6541008" y="2385365"/>
            <a:ext cx="5350764" cy="55456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000">
                <a:solidFill>
                  <a:srgbClr val="EF4C37"/>
                </a:solidFill>
              </a:rPr>
              <a:t>State Level Hackathon</a:t>
            </a:r>
          </a:p>
        </p:txBody>
      </p:sp>
      <p:sp>
        <p:nvSpPr>
          <p:cNvPr id="24" name="Titel 1">
            <a:extLst>
              <a:ext uri="{FF2B5EF4-FFF2-40B4-BE49-F238E27FC236}">
                <a16:creationId xmlns:a16="http://schemas.microsoft.com/office/drawing/2014/main" id="{BD3C3E54-E206-5388-F17E-C82C4A47C670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6541008" y="4050000"/>
            <a:ext cx="5350764" cy="1100000"/>
          </a:xfrm>
        </p:spPr>
        <p:txBody>
          <a:bodyPr/>
          <a:lstStyle/>
          <a:p>
            <a:r>
              <a:rPr lang="en-GB" sz="2800" b="1"/>
              <a:t>Smart Street Lighting with Predictive Control</a:t>
            </a:r>
          </a:p>
        </p:txBody>
      </p:sp>
      <p:sp>
        <p:nvSpPr>
          <p:cNvPr id="25" name="Titel 1">
            <a:extLst>
              <a:ext uri="{FF2B5EF4-FFF2-40B4-BE49-F238E27FC236}">
                <a16:creationId xmlns:a16="http://schemas.microsoft.com/office/drawing/2014/main" id="{2505DB27-A791-37FE-029A-838093D04BF1}"/>
              </a:ext>
            </a:extLst>
          </p:cNvPr>
          <p:cNvSpPr txBox="1">
            <a:spLocks/>
          </p:cNvSpPr>
          <p:nvPr/>
        </p:nvSpPr>
        <p:spPr bwMode="gray">
          <a:xfrm>
            <a:off x="6541008" y="5250000"/>
            <a:ext cx="5350764" cy="70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0" i="0" kern="1200">
                <a:solidFill>
                  <a:schemeClr val="tx1"/>
                </a:solidFill>
                <a:latin typeface="Onest Medium" pitchFamily="2" charset="0"/>
                <a:ea typeface="+mj-ea"/>
                <a:cs typeface="+mj-cs"/>
              </a:defRPr>
            </a:lvl1pPr>
          </a:lstStyle>
          <a:p>
            <a:pPr>
              <a:spcAft>
                <a:spcPts val="0"/>
              </a:spcAft>
              <a:buFontTx/>
            </a:pPr>
            <a:r>
              <a:rPr lang="en-US" sz="1800" dirty="0"/>
              <a:t>Smart street lights that respond to daylight and road activity, helping save energy and improve safety.</a:t>
            </a:r>
            <a:endParaRPr lang="en-GB" sz="1800" dirty="0"/>
          </a:p>
        </p:txBody>
      </p:sp>
      <p:sp>
        <p:nvSpPr>
          <p:cNvPr id="27" name="Text Placeholder 15">
            <a:extLst>
              <a:ext uri="{FF2B5EF4-FFF2-40B4-BE49-F238E27FC236}">
                <a16:creationId xmlns:a16="http://schemas.microsoft.com/office/drawing/2014/main" id="{D836B543-A2E3-B741-8520-921FAE3E1D18}"/>
              </a:ext>
            </a:extLst>
          </p:cNvPr>
          <p:cNvSpPr txBox="1">
            <a:spLocks/>
          </p:cNvSpPr>
          <p:nvPr/>
        </p:nvSpPr>
        <p:spPr>
          <a:xfrm>
            <a:off x="6476353" y="3705171"/>
            <a:ext cx="5184000" cy="3744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1500"/>
              </a:spcBef>
              <a:spcAft>
                <a:spcPts val="20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80000" indent="-18000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Font typeface="Onest" pitchFamily="2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8000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spcAft>
                <a:spcPts val="20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108000" indent="-10800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6000" indent="-10800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Font typeface="Onest" pitchFamily="2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>
                <a:solidFill>
                  <a:srgbClr val="0070C0"/>
                </a:solidFill>
              </a:rPr>
              <a:t>Team Infinity Sparks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99A67B5-04BD-BF89-CAA9-3EFB410748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97869" y="243852"/>
            <a:ext cx="2438434" cy="424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036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FE323-E944-9C18-947A-2B44D160D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BDD24EE-86BC-68D1-D5AE-0614A620C5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623872" y="6525360"/>
            <a:ext cx="5184000" cy="144000"/>
          </a:xfrm>
        </p:spPr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FFC2A3EE-B4F3-F2A7-BDE6-7EC05D7856CC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23888" y="620687"/>
            <a:ext cx="10944224" cy="504000"/>
          </a:xfrm>
        </p:spPr>
        <p:txBody>
          <a:bodyPr/>
          <a:lstStyle/>
          <a:p>
            <a:r>
              <a:rPr lang="en-GB"/>
              <a:t>Title </a:t>
            </a:r>
            <a:r>
              <a:rPr lang="en-US"/>
              <a:t>&amp; Team Identity</a:t>
            </a:r>
            <a:endParaRPr lang="en-GB"/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DD21BF8B-937E-6C3F-6FE7-52A116952A38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623872" y="1773237"/>
            <a:ext cx="10944224" cy="4464075"/>
          </a:xfrm>
        </p:spPr>
        <p:txBody>
          <a:bodyPr/>
          <a:lstStyle/>
          <a:p>
            <a:pPr lvl="1" fontAlgn="base"/>
            <a:r>
              <a:rPr lang="en-US" altLang="en-US" sz="1800" b="1" dirty="0"/>
              <a:t>Project Name: </a:t>
            </a:r>
            <a:r>
              <a:rPr lang="en-US" altLang="en-US" sz="1800" dirty="0">
                <a:latin typeface="+mn-lt"/>
              </a:rPr>
              <a:t>Smart Street Lighting with Predictive Control</a:t>
            </a:r>
          </a:p>
          <a:p>
            <a:pPr lvl="1" fontAlgn="base"/>
            <a:r>
              <a:rPr lang="en-US" altLang="en-US" sz="1800" b="1" dirty="0"/>
              <a:t>Theme Selected: </a:t>
            </a:r>
            <a:r>
              <a:rPr lang="en-US" altLang="en-US" sz="1800" dirty="0">
                <a:latin typeface="+mn-lt"/>
              </a:rPr>
              <a:t>Smart City – Embedded Systems and IoT</a:t>
            </a:r>
          </a:p>
          <a:p>
            <a:pPr lvl="1" fontAlgn="base"/>
            <a:r>
              <a:rPr lang="en-US" altLang="en-US" sz="1800" b="1" dirty="0"/>
              <a:t>Team Name &amp; City: </a:t>
            </a:r>
            <a:r>
              <a:rPr lang="en-US" altLang="en-US" sz="1800" dirty="0">
                <a:latin typeface="+mn-lt"/>
              </a:rPr>
              <a:t>Infinity Sparks, Chennai – Prince Shri Venkateshwara Padmavathy Engineering College</a:t>
            </a:r>
          </a:p>
          <a:p>
            <a:pPr lvl="1" fontAlgn="base"/>
            <a:r>
              <a:rPr lang="en-US" altLang="en-US" sz="1800" b="1" dirty="0"/>
              <a:t>Team Members: </a:t>
            </a:r>
            <a:r>
              <a:rPr lang="en-US" altLang="en-US" sz="1800" dirty="0" err="1">
                <a:latin typeface="+mn-lt"/>
              </a:rPr>
              <a:t>Ashwithaa</a:t>
            </a:r>
            <a:r>
              <a:rPr lang="en-US" altLang="en-US" sz="1800" dirty="0">
                <a:latin typeface="+mn-lt"/>
              </a:rPr>
              <a:t> B, Gayathri M, Kamaladevi SP</a:t>
            </a:r>
          </a:p>
          <a:p>
            <a:pPr lvl="1" fontAlgn="base"/>
            <a:r>
              <a:rPr lang="en-US" altLang="en-US" sz="1800" b="1" dirty="0"/>
              <a:t>Value </a:t>
            </a:r>
            <a:r>
              <a:rPr lang="en-US" altLang="en-US" sz="1800" b="1" dirty="0" err="1"/>
              <a:t>Proposition:</a:t>
            </a:r>
            <a:r>
              <a:rPr lang="en-US" altLang="en-US" dirty="0" err="1"/>
              <a:t>Our</a:t>
            </a:r>
            <a:r>
              <a:rPr lang="en-US" altLang="en-US" dirty="0"/>
              <a:t> system automatically controls street lights based on daylight and road activity. It also lights the next zone in advance to improve road safety and reduce unnecessary energy use.</a:t>
            </a:r>
            <a:endParaRPr lang="en-US" altLang="en-US" sz="1800" dirty="0">
              <a:latin typeface="+mn-lt"/>
            </a:endParaRP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3851463-85FC-C64D-712F-284884550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/>
          </p:nvPr>
        </p:nvSpPr>
        <p:spPr bwMode="gray">
          <a:xfrm>
            <a:off x="623888" y="298800"/>
            <a:ext cx="5184000" cy="144000"/>
          </a:xfrm>
        </p:spPr>
        <p:txBody>
          <a:bodyPr/>
          <a:lstStyle/>
          <a:p>
            <a:r>
              <a:rPr lang="en-GB"/>
              <a:t>Design and Execution</a:t>
            </a:r>
          </a:p>
        </p:txBody>
      </p:sp>
    </p:spTree>
    <p:extLst>
      <p:ext uri="{BB962C8B-B14F-4D97-AF65-F5344CB8AC3E}">
        <p14:creationId xmlns:p14="http://schemas.microsoft.com/office/powerpoint/2010/main" val="3133938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F2D68-3D29-F496-362F-2C549E25C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71A3458-C0A6-8F18-DAE4-6F9BE2E4C8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623872" y="6525360"/>
            <a:ext cx="5184000" cy="144000"/>
          </a:xfrm>
        </p:spPr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80B7DC52-5B75-60FD-0D60-8DABBD4EDFE0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23888" y="620687"/>
            <a:ext cx="10944224" cy="504000"/>
          </a:xfrm>
        </p:spPr>
        <p:txBody>
          <a:bodyPr/>
          <a:lstStyle/>
          <a:p>
            <a:r>
              <a:rPr lang="en-US"/>
              <a:t>Problem Synthesis &amp; Scenario</a:t>
            </a:r>
            <a:endParaRPr lang="en-GB"/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7852AD14-C0A1-4B87-85A9-431C361B929F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623872" y="1773237"/>
            <a:ext cx="5486400" cy="4464075"/>
          </a:xfrm>
        </p:spPr>
        <p:txBody>
          <a:bodyPr/>
          <a:lstStyle/>
          <a:p>
            <a:pPr lvl="1" fontAlgn="base"/>
            <a:r>
              <a:rPr lang="en-US" altLang="en-US" sz="1600" b="1" dirty="0"/>
              <a:t>The Scenario:</a:t>
            </a:r>
            <a:r>
              <a:rPr lang="en-US" altLang="en-US" sz="1600" dirty="0">
                <a:latin typeface="+mn-lt"/>
              </a:rPr>
              <a:t> Street lights often stay at full brightness throughout the night, even when the road is empty. This wastes energy.</a:t>
            </a:r>
          </a:p>
          <a:p>
            <a:pPr lvl="1" fontAlgn="base"/>
            <a:r>
              <a:rPr lang="en-US" altLang="en-US" sz="1600" b="1" dirty="0"/>
              <a:t>The Gap:</a:t>
            </a:r>
            <a:r>
              <a:rPr lang="en-US" altLang="en-US" sz="1600" dirty="0">
                <a:latin typeface="+mn-lt"/>
              </a:rPr>
              <a:t> Normal sensor-based street lights react only when a vehicle or person reaches that area. The next area remains dark until movement reaches it.</a:t>
            </a:r>
          </a:p>
          <a:p>
            <a:pPr lvl="1" fontAlgn="base"/>
            <a:r>
              <a:rPr lang="en-US" altLang="en-US" sz="1600" b="1" dirty="0"/>
              <a:t>Criticality:</a:t>
            </a:r>
            <a:r>
              <a:rPr lang="en-US" altLang="en-US" sz="1600" dirty="0">
                <a:latin typeface="+mn-lt"/>
              </a:rPr>
              <a:t> The system must detect movement and change the lights quickly. Any delay can leave the road ahead poorly lit.</a:t>
            </a:r>
          </a:p>
          <a:p>
            <a:pPr lvl="1" fontAlgn="base"/>
            <a:r>
              <a:rPr lang="en-US" altLang="en-US" sz="1600" b="1" dirty="0"/>
              <a:t>Success Metric: </a:t>
            </a:r>
            <a:r>
              <a:rPr lang="en-US" altLang="en-US" sz="1600" dirty="0"/>
              <a:t>Correct day/night operation, reliable vehicle and pedestrian detection, and fast lighting of the current and next zone.</a:t>
            </a:r>
            <a:endParaRPr lang="en-US" altLang="en-US" sz="1600" dirty="0">
              <a:latin typeface="+mn-lt"/>
            </a:endParaRP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B8386DE-B0CA-B430-4763-073FB287D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/>
          </p:nvPr>
        </p:nvSpPr>
        <p:spPr bwMode="gray">
          <a:xfrm>
            <a:off x="623888" y="298800"/>
            <a:ext cx="5184000" cy="144000"/>
          </a:xfrm>
        </p:spPr>
        <p:txBody>
          <a:bodyPr/>
          <a:lstStyle/>
          <a:p>
            <a:r>
              <a:rPr lang="en-GB"/>
              <a:t>Design and Execution</a:t>
            </a:r>
          </a:p>
        </p:txBody>
      </p:sp>
      <p:pic>
        <p:nvPicPr>
          <p:cNvPr id="9" name="Picture 8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000" y="2600000"/>
            <a:ext cx="4400000" cy="3216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339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1A877-05DA-5AD5-C1EE-EE47A693C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D102912-9A6C-96DE-7A6D-462EA1632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623872" y="6525360"/>
            <a:ext cx="5184000" cy="144000"/>
          </a:xfrm>
        </p:spPr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73336FB-256D-F8C5-EAC3-6EE92DC72FC2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23888" y="620687"/>
            <a:ext cx="10944224" cy="504000"/>
          </a:xfrm>
        </p:spPr>
        <p:txBody>
          <a:bodyPr/>
          <a:lstStyle/>
          <a:p>
            <a:r>
              <a:rPr lang="en-US"/>
              <a:t>QNX Architectural Approach</a:t>
            </a:r>
            <a:endParaRPr lang="en-GB"/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7E319DD6-6BC4-7715-65D6-AD6FEAA0C8F0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623872" y="1773237"/>
            <a:ext cx="10944224" cy="4464075"/>
          </a:xfrm>
        </p:spPr>
        <p:txBody>
          <a:bodyPr/>
          <a:lstStyle/>
          <a:p>
            <a:pPr lvl="1" fontAlgn="base"/>
            <a:r>
              <a:rPr lang="en-US" altLang="en-US" b="1" dirty="0"/>
              <a:t>QNX Architecture</a:t>
            </a:r>
            <a:r>
              <a:rPr lang="en-US" altLang="en-US" sz="1800" b="1" dirty="0"/>
              <a:t>: </a:t>
            </a:r>
            <a:r>
              <a:rPr lang="en-US" altLang="en-US" dirty="0"/>
              <a:t>The smart lighting application runs on QNX 8.0 on Raspberry Pi 4. QNX reads the sensors and controls the street lights through GPIO.</a:t>
            </a:r>
          </a:p>
          <a:p>
            <a:pPr lvl="1" fontAlgn="base"/>
            <a:r>
              <a:rPr lang="en-US" altLang="en-US" b="1" dirty="0"/>
              <a:t>Real-Time Control</a:t>
            </a:r>
            <a:r>
              <a:rPr lang="en-US" altLang="en-US" sz="1800" b="1" dirty="0"/>
              <a:t>: </a:t>
            </a:r>
            <a:r>
              <a:rPr lang="en-US" altLang="en-US" dirty="0"/>
              <a:t>Sensor values are checked continuously so that changes in daylight, vehicle movement, or human movement can quickly update the lights.</a:t>
            </a:r>
          </a:p>
          <a:p>
            <a:pPr lvl="1" fontAlgn="base"/>
            <a:r>
              <a:rPr lang="en-US" altLang="en-US" b="1" dirty="0"/>
              <a:t>Priority Approach</a:t>
            </a:r>
            <a:r>
              <a:rPr lang="en-US" altLang="en-US" sz="1800" b="1" dirty="0"/>
              <a:t>: </a:t>
            </a:r>
            <a:r>
              <a:rPr lang="en-US" altLang="en-US" dirty="0"/>
              <a:t>Lighting control is treated as the main real-time operation. Other activities such as displaying sensor values should not delay the lighting response.</a:t>
            </a:r>
          </a:p>
          <a:p>
            <a:pPr lvl="1" fontAlgn="base"/>
            <a:r>
              <a:rPr lang="en-US" altLang="en-US" b="1" dirty="0"/>
              <a:t>Why QNX</a:t>
            </a:r>
            <a:r>
              <a:rPr lang="en-US" altLang="en-US" sz="1800" b="1" dirty="0"/>
              <a:t>:</a:t>
            </a:r>
            <a:r>
              <a:rPr lang="en-US" altLang="en-US" b="1" dirty="0"/>
              <a:t> </a:t>
            </a:r>
            <a:r>
              <a:rPr lang="en-US" altLang="en-US" dirty="0"/>
              <a:t>QNX provides predictable task scheduling and reliable hardware control, which are useful when the lights must respond at the correct time.</a:t>
            </a:r>
            <a:endParaRPr lang="en-US" altLang="en-US" sz="1800" dirty="0">
              <a:latin typeface="+mn-lt"/>
            </a:endParaRP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CD74172-BF54-461F-90E4-43392F084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/>
          </p:nvPr>
        </p:nvSpPr>
        <p:spPr bwMode="gray">
          <a:xfrm>
            <a:off x="623888" y="298800"/>
            <a:ext cx="5184000" cy="144000"/>
          </a:xfrm>
        </p:spPr>
        <p:txBody>
          <a:bodyPr/>
          <a:lstStyle/>
          <a:p>
            <a:r>
              <a:rPr lang="en-GB"/>
              <a:t>Design and Execution</a:t>
            </a:r>
          </a:p>
        </p:txBody>
      </p:sp>
    </p:spTree>
    <p:extLst>
      <p:ext uri="{BB962C8B-B14F-4D97-AF65-F5344CB8AC3E}">
        <p14:creationId xmlns:p14="http://schemas.microsoft.com/office/powerpoint/2010/main" val="463571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6D76F-8378-D232-3FE3-4A6AB0BF4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45495C2-BA14-D41C-C129-50A77EBE8D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623872" y="6525360"/>
            <a:ext cx="5184000" cy="144000"/>
          </a:xfrm>
        </p:spPr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28CED4A-5028-4DD0-838E-BA873F9BA2A4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23888" y="620687"/>
            <a:ext cx="10944224" cy="504000"/>
          </a:xfrm>
        </p:spPr>
        <p:txBody>
          <a:bodyPr/>
          <a:lstStyle/>
          <a:p>
            <a:r>
              <a:rPr lang="en-US"/>
              <a:t>Technical Execution (Hardware &amp; Logic)</a:t>
            </a:r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AB49FB29-D22C-294E-4C3C-3CA62F06365D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623872" y="1773237"/>
            <a:ext cx="5486400" cy="4464075"/>
          </a:xfrm>
        </p:spPr>
        <p:txBody>
          <a:bodyPr/>
          <a:lstStyle/>
          <a:p>
            <a:pPr lvl="1" fontAlgn="base"/>
            <a:r>
              <a:rPr lang="en-US" altLang="en-US" sz="1600" b="1" dirty="0"/>
              <a:t>RPi Integration: </a:t>
            </a:r>
            <a:r>
              <a:rPr lang="en-US" altLang="en-US" sz="1600" dirty="0"/>
              <a:t>Raspberry Pi 4 running QNX 8.0. LDR is connected through GPIO26 for day/night detection. Three IR sensors on GPIO5, GPIO6 and GPIO13 detect vehicles across three zones. LEDs on GPIO23, GPIO24 and GPIO25 represent the street lights.</a:t>
            </a:r>
          </a:p>
          <a:p>
            <a:pPr lvl="1" fontAlgn="base"/>
            <a:r>
              <a:rPr lang="en-US" altLang="en-US" sz="1600" b="1" dirty="0"/>
              <a:t>The Logic: </a:t>
            </a:r>
            <a:r>
              <a:rPr lang="en-US" altLang="en-US" sz="1600" dirty="0"/>
              <a:t>During daytime, all lights remain OFF. At night, IR sensors detect vehicle movement. When a vehicle enters Zone 1, Zone 1 and Zone 2 are switched ON, pre-lighting the next zone. When it reaches Zone 2, Zone 2 and Zone 3 are switched ON. A stability filter rejects fluctuating sensor readings to prevent unwanted LED switching.</a:t>
            </a:r>
          </a:p>
          <a:p>
            <a:pPr lvl="1" fontAlgn="base"/>
            <a:r>
              <a:rPr lang="en-US" altLang="en-US" sz="1600" b="1" dirty="0"/>
              <a:t>QNX Integration: </a:t>
            </a:r>
            <a:r>
              <a:rPr lang="en-US" altLang="en-US" sz="1600" dirty="0"/>
              <a:t>The application uses the QNX Raspberry Pi GPIO interface for real sensor input and LED control. GPIO communication uses QNX message-passing IPC through the GPIO resource manager.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11A2076-B9BD-803B-BC85-ADE20F5E2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/>
          </p:nvPr>
        </p:nvSpPr>
        <p:spPr bwMode="gray">
          <a:xfrm>
            <a:off x="623888" y="298800"/>
            <a:ext cx="5184000" cy="144000"/>
          </a:xfrm>
        </p:spPr>
        <p:txBody>
          <a:bodyPr/>
          <a:lstStyle/>
          <a:p>
            <a:r>
              <a:rPr lang="en-GB"/>
              <a:t>Design and Execution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1D4457-3860-CEEB-2585-76FEF406AF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4591" y="1560441"/>
            <a:ext cx="4468989" cy="4051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999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D8573-C84A-83F4-1C50-1A15F049E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B69A53A-B832-E49D-072C-F7189CBBDA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623872" y="6525360"/>
            <a:ext cx="5184000" cy="144000"/>
          </a:xfrm>
        </p:spPr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F5FEC246-0678-518C-D44B-1678663EA76F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23888" y="620687"/>
            <a:ext cx="10944224" cy="504000"/>
          </a:xfrm>
        </p:spPr>
        <p:txBody>
          <a:bodyPr/>
          <a:lstStyle/>
          <a:p>
            <a:r>
              <a:rPr lang="en-US" dirty="0"/>
              <a:t>Performance Proof (The Profiler Slide)</a:t>
            </a:r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3C408771-586A-C96F-CC2A-DD8D01EBCFA4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623872" y="1773237"/>
            <a:ext cx="10944224" cy="4464075"/>
          </a:xfrm>
        </p:spPr>
        <p:txBody>
          <a:bodyPr/>
          <a:lstStyle/>
          <a:p>
            <a:pPr lvl="1" fontAlgn="base"/>
            <a:r>
              <a:rPr lang="en-US" altLang="en-US" b="1" dirty="0"/>
              <a:t>System Profiler Screenshot: </a:t>
            </a:r>
            <a:r>
              <a:rPr lang="en-IN" dirty="0"/>
              <a:t>QNX </a:t>
            </a:r>
            <a:r>
              <a:rPr lang="en-IN" dirty="0" err="1"/>
              <a:t>Momentics</a:t>
            </a:r>
            <a:r>
              <a:rPr lang="en-IN" dirty="0"/>
              <a:t> System Profiler capture was not obtained for the current prototype.</a:t>
            </a:r>
            <a:endParaRPr lang="en-US" altLang="en-US" b="1" dirty="0"/>
          </a:p>
          <a:p>
            <a:pPr lvl="1" fontAlgn="base"/>
            <a:r>
              <a:rPr lang="en-US" altLang="en-US" sz="1800" b="1" dirty="0"/>
              <a:t>Latency Benchmarks: </a:t>
            </a:r>
            <a:r>
              <a:rPr lang="en-IN" dirty="0"/>
              <a:t>Sensor-to-light response time - Not measured</a:t>
            </a:r>
          </a:p>
          <a:p>
            <a:pPr lvl="1" fontAlgn="base"/>
            <a:r>
              <a:rPr lang="en-US" altLang="en-US" sz="1800" b="1" dirty="0"/>
              <a:t>Analysis: </a:t>
            </a:r>
            <a:r>
              <a:rPr lang="en-IN" dirty="0"/>
              <a:t>The prototype was functionally tested using real LDR, IR and PIR sensor inputs with Raspberry Pi GPIO-based LED control. The tests verified sensor detection, zone-wise lighting response and programmed energy-saving behaviour.</a:t>
            </a:r>
            <a:endParaRPr lang="en-US" altLang="en-US" sz="1800" dirty="0">
              <a:latin typeface="+mn-lt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99E61258-F087-921F-1272-FD8F21AAAE85}"/>
              </a:ext>
            </a:extLst>
          </p:cNvPr>
          <p:cNvSpPr>
            <a:spLocks noGrp="1"/>
          </p:cNvSpPr>
          <p:nvPr>
            <p:ph type="subTitle" idx="16"/>
          </p:nvPr>
        </p:nvSpPr>
        <p:spPr/>
        <p:txBody>
          <a:bodyPr/>
          <a:lstStyle/>
          <a:p>
            <a:r>
              <a:rPr lang="en-US"/>
              <a:t>Demonstration</a:t>
            </a:r>
          </a:p>
        </p:txBody>
      </p:sp>
    </p:spTree>
    <p:extLst>
      <p:ext uri="{BB962C8B-B14F-4D97-AF65-F5344CB8AC3E}">
        <p14:creationId xmlns:p14="http://schemas.microsoft.com/office/powerpoint/2010/main" val="4182064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A2E4B-7197-3A3C-E03F-667005095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8AC11669-91EA-0309-B693-5A9D14B31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623872" y="6525360"/>
            <a:ext cx="5184000" cy="144000"/>
          </a:xfrm>
        </p:spPr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E560B0F-5E1F-099E-862A-D3AB54637B2A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23888" y="620687"/>
            <a:ext cx="10944224" cy="504000"/>
          </a:xfrm>
        </p:spPr>
        <p:txBody>
          <a:bodyPr/>
          <a:lstStyle/>
          <a:p>
            <a:r>
              <a:rPr lang="en-US"/>
              <a:t>Future Scalability &amp; Conclusion</a:t>
            </a:r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072D63FE-A3D7-3075-FA60-BD2F81A3FF01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623872" y="1773237"/>
            <a:ext cx="10944224" cy="4464075"/>
          </a:xfrm>
        </p:spPr>
        <p:txBody>
          <a:bodyPr/>
          <a:lstStyle/>
          <a:p>
            <a:pPr lvl="1" fontAlgn="base"/>
            <a:r>
              <a:rPr lang="en-US" altLang="en-US" sz="1800" b="1" dirty="0"/>
              <a:t>Innovation Arbitrage: </a:t>
            </a:r>
            <a:r>
              <a:rPr lang="en-US" altLang="en-US" dirty="0"/>
              <a:t>The current 3-zone prototype can scale to city-wide road corridors using additional zone controllers, wireless communication, traffic sensors, and industrial LED drivers. The same predictive concept can be extended to larger smart-city lighting networks.</a:t>
            </a:r>
          </a:p>
          <a:p>
            <a:pPr lvl="1" fontAlgn="base"/>
            <a:r>
              <a:rPr lang="en-US" altLang="en-US" sz="1800" b="1" dirty="0"/>
              <a:t>Learning Outcome: </a:t>
            </a:r>
            <a:r>
              <a:rPr lang="en-US" altLang="en-US" dirty="0"/>
              <a:t>We successfully integrated real LDR and IR sensor inputs with Raspberry Pi GPIO on QNX 8.0 and implemented rule-based predictive lighting, where the next road zone is illuminated before the vehicle reaches it. QNX message-passing IPC is used in the GPIO communication layer.</a:t>
            </a:r>
          </a:p>
          <a:p>
            <a:pPr lvl="1" fontAlgn="base"/>
            <a:r>
              <a:rPr lang="en-US" altLang="en-US" sz="1800" b="1" dirty="0"/>
              <a:t>Closing Statement:</a:t>
            </a:r>
            <a:r>
              <a:rPr lang="en-US" altLang="en-US" b="1" dirty="0"/>
              <a:t> </a:t>
            </a:r>
            <a:r>
              <a:rPr lang="en-US" altLang="en-US" dirty="0"/>
              <a:t>Integrating real-time GPIO sensors with QNX and handling fluctuating sensor readings while maintaining stable lighting output.</a:t>
            </a:r>
            <a:endParaRPr lang="en-US" altLang="en-US" sz="1800" dirty="0">
              <a:latin typeface="+mn-lt"/>
            </a:endParaRP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5EA6187-0A8F-3277-8574-1CD3CFA4A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/>
          </p:nvPr>
        </p:nvSpPr>
        <p:spPr bwMode="gray">
          <a:xfrm>
            <a:off x="623888" y="298800"/>
            <a:ext cx="5184000" cy="144000"/>
          </a:xfrm>
        </p:spPr>
        <p:txBody>
          <a:bodyPr/>
          <a:lstStyle/>
          <a:p>
            <a:r>
              <a:rPr lang="en-US"/>
              <a:t>Demonstration</a:t>
            </a:r>
          </a:p>
        </p:txBody>
      </p:sp>
    </p:spTree>
    <p:extLst>
      <p:ext uri="{BB962C8B-B14F-4D97-AF65-F5344CB8AC3E}">
        <p14:creationId xmlns:p14="http://schemas.microsoft.com/office/powerpoint/2010/main" val="3450838069"/>
      </p:ext>
    </p:extLst>
  </p:cSld>
  <p:clrMapOvr>
    <a:masterClrMapping/>
  </p:clrMapOvr>
</p:sld>
</file>

<file path=ppt/theme/theme1.xml><?xml version="1.0" encoding="utf-8"?>
<a:theme xmlns:a="http://schemas.openxmlformats.org/drawingml/2006/main" name="QNX | Light">
  <a:themeElements>
    <a:clrScheme name="QNX Light">
      <a:dk1>
        <a:srgbClr val="181C1E"/>
      </a:dk1>
      <a:lt1>
        <a:srgbClr val="FFFFFF"/>
      </a:lt1>
      <a:dk2>
        <a:srgbClr val="F4EBE1"/>
      </a:dk2>
      <a:lt2>
        <a:srgbClr val="FF443A"/>
      </a:lt2>
      <a:accent1>
        <a:srgbClr val="FF443A"/>
      </a:accent1>
      <a:accent2>
        <a:srgbClr val="C45349"/>
      </a:accent2>
      <a:accent3>
        <a:srgbClr val="85352E"/>
      </a:accent3>
      <a:accent4>
        <a:srgbClr val="451713"/>
      </a:accent4>
      <a:accent5>
        <a:srgbClr val="5E5D5A"/>
      </a:accent5>
      <a:accent6>
        <a:srgbClr val="8F8F8B"/>
      </a:accent6>
      <a:hlink>
        <a:srgbClr val="FF443A"/>
      </a:hlink>
      <a:folHlink>
        <a:srgbClr val="C45349"/>
      </a:folHlink>
    </a:clrScheme>
    <a:fontScheme name="QNX">
      <a:majorFont>
        <a:latin typeface="Onest SemiBold"/>
        <a:ea typeface=""/>
        <a:cs typeface=""/>
      </a:majorFont>
      <a:minorFont>
        <a:latin typeface="Ones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chemeClr val="bg1"/>
        </a:solidFill>
        <a:ln w="6350">
          <a:solidFill>
            <a:schemeClr val="tx1"/>
          </a:solidFill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63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algn="l">
          <a:defRPr dirty="0" smtClean="0"/>
        </a:defPPr>
      </a:lstStyle>
    </a:txDef>
  </a:objectDefaults>
  <a:extraClrSchemeLst/>
  <a:custClrLst>
    <a:custClr name="Sand">
      <a:srgbClr val="F4EBE1"/>
    </a:custClr>
    <a:custClr name="Light Sand">
      <a:srgbClr val="FBF8F4"/>
    </a:custClr>
    <a:custClr name="-">
      <a:srgbClr val="FFFFFF"/>
    </a:custClr>
    <a:custClr name="Gray 1">
      <a:srgbClr val="C0C0BB"/>
    </a:custClr>
    <a:custClr name="Gray 2">
      <a:srgbClr val="8F8F8B"/>
    </a:custClr>
    <a:custClr name="Gray 3">
      <a:srgbClr val="5E5D5A"/>
    </a:custClr>
    <a:custClr name="-">
      <a:srgbClr val="FFFFFF"/>
    </a:custClr>
    <a:custClr name="Energizer Purple">
      <a:srgbClr val="8C62FF"/>
    </a:custClr>
    <a:custClr name="-">
      <a:srgbClr val="FFFFFF"/>
    </a:custClr>
    <a:custClr name="-">
      <a:srgbClr val="FFFFFF"/>
    </a:custClr>
    <a:custClr name="Sand - Dark">
      <a:srgbClr val="232729"/>
    </a:custClr>
    <a:custClr name="Light Sand - Dark">
      <a:srgbClr val="2C3032"/>
    </a:custClr>
    <a:custClr name="-">
      <a:srgbClr val="FFFFFF"/>
    </a:custClr>
    <a:custClr name="Light Coral 1">
      <a:srgbClr val="FEDBD0"/>
    </a:custClr>
    <a:custClr name="Light Coral 2">
      <a:srgbClr val="FFB29D"/>
    </a:custClr>
    <a:custClr name="Light Coral 3">
      <a:srgbClr val="FF806B"/>
    </a:custClr>
    <a:custClr name="-">
      <a:srgbClr val="FFFFFF"/>
    </a:custClr>
    <a:custClr name="Status Red - Loss">
      <a:srgbClr val="E4203C"/>
    </a:custClr>
    <a:custClr name="Status Orange - Neutral">
      <a:srgbClr val="FFBE5B"/>
    </a:custClr>
    <a:custClr name="Status Green - Gain">
      <a:srgbClr val="06CA5F"/>
    </a:custClr>
  </a:custClrLst>
  <a:extLst>
    <a:ext uri="{05A4C25C-085E-4340-85A3-A5531E510DB2}">
      <thm15:themeFamily xmlns:thm15="http://schemas.microsoft.com/office/thememl/2012/main" name="K16_QNX_PPT_Master_2026_V03.potx" id="{00A498C5-A42D-4DFA-95B8-06777FDB4777}" vid="{191C710F-D422-4B8C-9A81-2A40F20F48DE}"/>
    </a:ext>
  </a:extLst>
</a:theme>
</file>

<file path=ppt/theme/theme2.xml><?xml version="1.0" encoding="utf-8"?>
<a:theme xmlns:a="http://schemas.openxmlformats.org/drawingml/2006/main" name="QNX | Dark">
  <a:themeElements>
    <a:clrScheme name="QNX Dark">
      <a:dk1>
        <a:srgbClr val="FFFFFF"/>
      </a:dk1>
      <a:lt1>
        <a:srgbClr val="181C1E"/>
      </a:lt1>
      <a:dk2>
        <a:srgbClr val="232729"/>
      </a:dk2>
      <a:lt2>
        <a:srgbClr val="FF443A"/>
      </a:lt2>
      <a:accent1>
        <a:srgbClr val="FF443A"/>
      </a:accent1>
      <a:accent2>
        <a:srgbClr val="C45349"/>
      </a:accent2>
      <a:accent3>
        <a:srgbClr val="85352E"/>
      </a:accent3>
      <a:accent4>
        <a:srgbClr val="451713"/>
      </a:accent4>
      <a:accent5>
        <a:srgbClr val="5E5D5A"/>
      </a:accent5>
      <a:accent6>
        <a:srgbClr val="8F8F8B"/>
      </a:accent6>
      <a:hlink>
        <a:srgbClr val="FF443A"/>
      </a:hlink>
      <a:folHlink>
        <a:srgbClr val="C45349"/>
      </a:folHlink>
    </a:clrScheme>
    <a:fontScheme name="QNX">
      <a:majorFont>
        <a:latin typeface="Onest SemiBold"/>
        <a:ea typeface=""/>
        <a:cs typeface=""/>
      </a:majorFont>
      <a:minorFont>
        <a:latin typeface="Ones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chemeClr val="bg1"/>
        </a:solidFill>
        <a:ln w="6350">
          <a:solidFill>
            <a:schemeClr val="tx1"/>
          </a:solidFill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63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algn="l">
          <a:defRPr dirty="0" smtClean="0"/>
        </a:defPPr>
      </a:lstStyle>
    </a:txDef>
  </a:objectDefaults>
  <a:extraClrSchemeLst/>
  <a:custClrLst>
    <a:custClr name="Sand">
      <a:srgbClr val="F4EBE1"/>
    </a:custClr>
    <a:custClr name="Light Sand">
      <a:srgbClr val="FBF8F4"/>
    </a:custClr>
    <a:custClr name="-">
      <a:srgbClr val="FFFFFF"/>
    </a:custClr>
    <a:custClr name="Gray 1">
      <a:srgbClr val="C0C0BB"/>
    </a:custClr>
    <a:custClr name="Gray 2">
      <a:srgbClr val="8F8F8B"/>
    </a:custClr>
    <a:custClr name="Gray 3">
      <a:srgbClr val="5E5D5A"/>
    </a:custClr>
    <a:custClr name="-">
      <a:srgbClr val="FFFFFF"/>
    </a:custClr>
    <a:custClr name="Energizer Purple">
      <a:srgbClr val="8C62FF"/>
    </a:custClr>
    <a:custClr name="-">
      <a:srgbClr val="FFFFFF"/>
    </a:custClr>
    <a:custClr name="-">
      <a:srgbClr val="FFFFFF"/>
    </a:custClr>
    <a:custClr name="Sand - Dark">
      <a:srgbClr val="232729"/>
    </a:custClr>
    <a:custClr name="Light Sand - Dark">
      <a:srgbClr val="2C3032"/>
    </a:custClr>
    <a:custClr name="-">
      <a:srgbClr val="FFFFFF"/>
    </a:custClr>
    <a:custClr name="Light Coral 1">
      <a:srgbClr val="FEDBD0"/>
    </a:custClr>
    <a:custClr name="Light Coral 2">
      <a:srgbClr val="FFB29D"/>
    </a:custClr>
    <a:custClr name="Light Coral 3">
      <a:srgbClr val="FF806B"/>
    </a:custClr>
    <a:custClr name="-">
      <a:srgbClr val="FFFFFF"/>
    </a:custClr>
    <a:custClr name="Status Red - Loss">
      <a:srgbClr val="E4203C"/>
    </a:custClr>
    <a:custClr name="Status Orange - Neutral">
      <a:srgbClr val="FFBE5B"/>
    </a:custClr>
    <a:custClr name="Status Green - Gain">
      <a:srgbClr val="06CA5F"/>
    </a:custClr>
  </a:custClrLst>
  <a:extLst>
    <a:ext uri="{05A4C25C-085E-4340-85A3-A5531E510DB2}">
      <thm15:themeFamily xmlns:thm15="http://schemas.microsoft.com/office/thememl/2012/main" name="K16_QNX_PPT_Master_2026_V03.potx" id="{00A498C5-A42D-4DFA-95B8-06777FDB4777}" vid="{0B09E0BA-3578-4178-9FA4-24CF5A7153F7}"/>
    </a:ext>
  </a:extLst>
</a:theme>
</file>

<file path=ppt/theme/theme3.xml><?xml version="1.0" encoding="utf-8"?>
<a:theme xmlns:a="http://schemas.openxmlformats.org/drawingml/2006/main" name="Office">
  <a:themeElements>
    <a:clrScheme name="QNX Light">
      <a:dk1>
        <a:srgbClr val="181C1E"/>
      </a:dk1>
      <a:lt1>
        <a:srgbClr val="FFFFFF"/>
      </a:lt1>
      <a:dk2>
        <a:srgbClr val="F4EBE1"/>
      </a:dk2>
      <a:lt2>
        <a:srgbClr val="FF443A"/>
      </a:lt2>
      <a:accent1>
        <a:srgbClr val="FF443A"/>
      </a:accent1>
      <a:accent2>
        <a:srgbClr val="C45349"/>
      </a:accent2>
      <a:accent3>
        <a:srgbClr val="85352E"/>
      </a:accent3>
      <a:accent4>
        <a:srgbClr val="451713"/>
      </a:accent4>
      <a:accent5>
        <a:srgbClr val="5E5D5A"/>
      </a:accent5>
      <a:accent6>
        <a:srgbClr val="8F8F8B"/>
      </a:accent6>
      <a:hlink>
        <a:srgbClr val="FF443A"/>
      </a:hlink>
      <a:folHlink>
        <a:srgbClr val="C45349"/>
      </a:folHlink>
    </a:clrScheme>
    <a:fontScheme name="QNX">
      <a:majorFont>
        <a:latin typeface="Onest SemiBold"/>
        <a:ea typeface=""/>
        <a:cs typeface=""/>
      </a:majorFont>
      <a:minorFont>
        <a:latin typeface="Ones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">
  <a:themeElements>
    <a:clrScheme name="QNX Light">
      <a:dk1>
        <a:srgbClr val="181C1E"/>
      </a:dk1>
      <a:lt1>
        <a:srgbClr val="FFFFFF"/>
      </a:lt1>
      <a:dk2>
        <a:srgbClr val="F4EBE1"/>
      </a:dk2>
      <a:lt2>
        <a:srgbClr val="FF443A"/>
      </a:lt2>
      <a:accent1>
        <a:srgbClr val="FF443A"/>
      </a:accent1>
      <a:accent2>
        <a:srgbClr val="C45349"/>
      </a:accent2>
      <a:accent3>
        <a:srgbClr val="85352E"/>
      </a:accent3>
      <a:accent4>
        <a:srgbClr val="451713"/>
      </a:accent4>
      <a:accent5>
        <a:srgbClr val="5E5D5A"/>
      </a:accent5>
      <a:accent6>
        <a:srgbClr val="8F8F8B"/>
      </a:accent6>
      <a:hlink>
        <a:srgbClr val="FF443A"/>
      </a:hlink>
      <a:folHlink>
        <a:srgbClr val="C45349"/>
      </a:folHlink>
    </a:clrScheme>
    <a:fontScheme name="QNX">
      <a:majorFont>
        <a:latin typeface="Onest SemiBold"/>
        <a:ea typeface=""/>
        <a:cs typeface=""/>
      </a:majorFont>
      <a:minorFont>
        <a:latin typeface="Ones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815C3AF597C064C8EACF7750A706AA1" ma:contentTypeVersion="14" ma:contentTypeDescription="Create a new document." ma:contentTypeScope="" ma:versionID="cd31ca2f014878da71db5851bb8335d6">
  <xsd:schema xmlns:xsd="http://www.w3.org/2001/XMLSchema" xmlns:xs="http://www.w3.org/2001/XMLSchema" xmlns:p="http://schemas.microsoft.com/office/2006/metadata/properties" xmlns:ns2="74d07cac-c1cc-4baf-be88-9058bb44268e" xmlns:ns3="0b5c48a3-1058-4d9c-8878-41c52406cd7e" targetNamespace="http://schemas.microsoft.com/office/2006/metadata/properties" ma:root="true" ma:fieldsID="88b2ae059b7f33d05a05ea6f6b017691" ns2:_="" ns3:_="">
    <xsd:import namespace="74d07cac-c1cc-4baf-be88-9058bb44268e"/>
    <xsd:import namespace="0b5c48a3-1058-4d9c-8878-41c52406cd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d07cac-c1cc-4baf-be88-9058bb44268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befbd4aa-c6d2-4b2d-b985-fe2a529cec1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5c48a3-1058-4d9c-8878-41c52406cd7e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7d58ce0-b206-49ce-abeb-3aa62a3aba60}" ma:internalName="TaxCatchAll" ma:showField="CatchAllData" ma:web="0b5c48a3-1058-4d9c-8878-41c52406cd7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b5c48a3-1058-4d9c-8878-41c52406cd7e" xsi:nil="true"/>
    <lcf76f155ced4ddcb4097134ff3c332f xmlns="74d07cac-c1cc-4baf-be88-9058bb44268e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F71049C-BB68-45C5-8689-81436DCA4406}">
  <ds:schemaRefs>
    <ds:schemaRef ds:uri="0b5c48a3-1058-4d9c-8878-41c52406cd7e"/>
    <ds:schemaRef ds:uri="74d07cac-c1cc-4baf-be88-9058bb44268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B5BF049E-CC88-4DF7-A165-CA575467262C}">
  <ds:schemaRefs>
    <ds:schemaRef ds:uri="0b5c48a3-1058-4d9c-8878-41c52406cd7e"/>
    <ds:schemaRef ds:uri="74d07cac-c1cc-4baf-be88-9058bb44268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1A1C58F7-F9BC-44EA-BC5B-345288656FB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K16_QNX_PPT_Master_2026_V03</Template>
  <TotalTime>0</TotalTime>
  <Words>745</Words>
  <Application>Microsoft Office PowerPoint</Application>
  <PresentationFormat>Widescreen</PresentationFormat>
  <Paragraphs>45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Onest</vt:lpstr>
      <vt:lpstr>Onest Medium</vt:lpstr>
      <vt:lpstr>Onest SemiBold</vt:lpstr>
      <vt:lpstr>Symbol</vt:lpstr>
      <vt:lpstr>Wingdings</vt:lpstr>
      <vt:lpstr>QNX | Light</vt:lpstr>
      <vt:lpstr>QNX | Dark</vt:lpstr>
      <vt:lpstr>Smart Street Lighting with Predictive Control</vt:lpstr>
      <vt:lpstr>Title &amp; Team Identity</vt:lpstr>
      <vt:lpstr>Problem Synthesis &amp; Scenario</vt:lpstr>
      <vt:lpstr>QNX Architectural Approach</vt:lpstr>
      <vt:lpstr>Technical Execution (Hardware &amp; Logic)</vt:lpstr>
      <vt:lpstr>Performance Proof (The Profiler Slide)</vt:lpstr>
      <vt:lpstr>Future Scalability &amp; Conclusion</vt:lpstr>
    </vt:vector>
  </TitlesOfParts>
  <Company>BlackBerry Limited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jharley@qnx.com</dc:creator>
  <dc:description>Optimized for MS Office 365</dc:description>
  <cp:lastModifiedBy>Kamala Devi</cp:lastModifiedBy>
  <cp:revision>15</cp:revision>
  <dcterms:created xsi:type="dcterms:W3CDTF">2026-03-27T14:44:28Z</dcterms:created>
  <dcterms:modified xsi:type="dcterms:W3CDTF">2026-09-19T03:08:13Z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0x0101004815C3AF597C064C8EACF7750A706AA1</vt:lpwstr>
  </property>
  <property fmtid="{D5CDD505-2E9C-101B-9397-08002B2CF9AE}" pid="3" name="MediaServiceImageTags">
    <vt:lpwstr/>
  </property>
</Properties>
</file>